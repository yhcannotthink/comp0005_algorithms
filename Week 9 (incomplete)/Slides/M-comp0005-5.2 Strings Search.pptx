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5"/>
  </p:notesMasterIdLst>
  <p:sldIdLst>
    <p:sldId id="266" r:id="rId3"/>
    <p:sldId id="332" r:id="rId4"/>
    <p:sldId id="333" r:id="rId5"/>
    <p:sldId id="304" r:id="rId6"/>
    <p:sldId id="334" r:id="rId7"/>
    <p:sldId id="338" r:id="rId8"/>
    <p:sldId id="349" r:id="rId9"/>
    <p:sldId id="350" r:id="rId10"/>
    <p:sldId id="351" r:id="rId11"/>
    <p:sldId id="339" r:id="rId12"/>
    <p:sldId id="352" r:id="rId13"/>
    <p:sldId id="353" r:id="rId14"/>
    <p:sldId id="354" r:id="rId15"/>
    <p:sldId id="357" r:id="rId16"/>
    <p:sldId id="340" r:id="rId17"/>
    <p:sldId id="341" r:id="rId18"/>
    <p:sldId id="358" r:id="rId19"/>
    <p:sldId id="359" r:id="rId20"/>
    <p:sldId id="342" r:id="rId21"/>
    <p:sldId id="329" r:id="rId22"/>
    <p:sldId id="343" r:id="rId23"/>
    <p:sldId id="344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4" r:id="rId38"/>
    <p:sldId id="375" r:id="rId39"/>
    <p:sldId id="376" r:id="rId40"/>
    <p:sldId id="377" r:id="rId41"/>
    <p:sldId id="378" r:id="rId42"/>
    <p:sldId id="373" r:id="rId43"/>
    <p:sldId id="379" r:id="rId44"/>
    <p:sldId id="380" r:id="rId45"/>
    <p:sldId id="381" r:id="rId46"/>
    <p:sldId id="382" r:id="rId47"/>
    <p:sldId id="383" r:id="rId48"/>
    <p:sldId id="384" r:id="rId49"/>
    <p:sldId id="345" r:id="rId50"/>
    <p:sldId id="385" r:id="rId51"/>
    <p:sldId id="386" r:id="rId52"/>
    <p:sldId id="387" r:id="rId53"/>
    <p:sldId id="389" r:id="rId54"/>
    <p:sldId id="390" r:id="rId55"/>
    <p:sldId id="391" r:id="rId56"/>
    <p:sldId id="392" r:id="rId57"/>
    <p:sldId id="393" r:id="rId58"/>
    <p:sldId id="394" r:id="rId59"/>
    <p:sldId id="330" r:id="rId60"/>
    <p:sldId id="336" r:id="rId61"/>
    <p:sldId id="395" r:id="rId62"/>
    <p:sldId id="396" r:id="rId63"/>
    <p:sldId id="397" r:id="rId64"/>
    <p:sldId id="398" r:id="rId65"/>
    <p:sldId id="399" r:id="rId66"/>
    <p:sldId id="401" r:id="rId67"/>
    <p:sldId id="402" r:id="rId68"/>
    <p:sldId id="403" r:id="rId69"/>
    <p:sldId id="404" r:id="rId70"/>
    <p:sldId id="405" r:id="rId71"/>
    <p:sldId id="406" r:id="rId72"/>
    <p:sldId id="407" r:id="rId73"/>
    <p:sldId id="408" r:id="rId74"/>
    <p:sldId id="400" r:id="rId75"/>
    <p:sldId id="409" r:id="rId76"/>
    <p:sldId id="410" r:id="rId77"/>
    <p:sldId id="412" r:id="rId78"/>
    <p:sldId id="413" r:id="rId79"/>
    <p:sldId id="414" r:id="rId80"/>
    <p:sldId id="411" r:id="rId81"/>
    <p:sldId id="415" r:id="rId82"/>
    <p:sldId id="416" r:id="rId83"/>
    <p:sldId id="337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09"/>
    <p:restoredTop sz="52851"/>
  </p:normalViewPr>
  <p:slideViewPr>
    <p:cSldViewPr snapToGrid="0" snapToObjects="1">
      <p:cViewPr varScale="1">
        <p:scale>
          <a:sx n="81" d="100"/>
          <a:sy n="81" d="100"/>
        </p:scale>
        <p:origin x="1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794ED-9DCD-E143-A31C-FF459F6B3753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CF15C-D2B2-934B-A539-F97C996A7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70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12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508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76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05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22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23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20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05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13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60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54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90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55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56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77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13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696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410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18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685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091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883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380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1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857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41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571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985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483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640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67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532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91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07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879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853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767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543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280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259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06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123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384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13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235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767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582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122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159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2256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232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270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691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055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613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762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288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7810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342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670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8097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151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2881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0382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521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8905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8653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389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4861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9893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5631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4695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8452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4635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5503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7CF15C-D2B2-934B-A539-F97C996A7B91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6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2792606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1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005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5.2 String Search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75016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data structures recap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37A2B6-45C1-9A43-A053-F27B49790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737317"/>
              </p:ext>
            </p:extLst>
          </p:nvPr>
        </p:nvGraphicFramePr>
        <p:xfrm>
          <a:off x="493994" y="3895314"/>
          <a:ext cx="9786079" cy="1963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97">
                  <a:extLst>
                    <a:ext uri="{9D8B030D-6E8A-4147-A177-3AD203B41FA5}">
                      <a16:colId xmlns:a16="http://schemas.microsoft.com/office/drawing/2014/main" val="3837284985"/>
                    </a:ext>
                  </a:extLst>
                </a:gridCol>
                <a:gridCol w="1593273">
                  <a:extLst>
                    <a:ext uri="{9D8B030D-6E8A-4147-A177-3AD203B41FA5}">
                      <a16:colId xmlns:a16="http://schemas.microsoft.com/office/drawing/2014/main" val="1561951519"/>
                    </a:ext>
                  </a:extLst>
                </a:gridCol>
                <a:gridCol w="1565564">
                  <a:extLst>
                    <a:ext uri="{9D8B030D-6E8A-4147-A177-3AD203B41FA5}">
                      <a16:colId xmlns:a16="http://schemas.microsoft.com/office/drawing/2014/main" val="2253204784"/>
                    </a:ext>
                  </a:extLst>
                </a:gridCol>
                <a:gridCol w="1745672">
                  <a:extLst>
                    <a:ext uri="{9D8B030D-6E8A-4147-A177-3AD203B41FA5}">
                      <a16:colId xmlns:a16="http://schemas.microsoft.com/office/drawing/2014/main" val="4061373923"/>
                    </a:ext>
                  </a:extLst>
                </a:gridCol>
                <a:gridCol w="1593273">
                  <a:extLst>
                    <a:ext uri="{9D8B030D-6E8A-4147-A177-3AD203B41FA5}">
                      <a16:colId xmlns:a16="http://schemas.microsoft.com/office/drawing/2014/main" val="50662263"/>
                    </a:ext>
                  </a:extLst>
                </a:gridCol>
              </a:tblGrid>
              <a:tr h="717215">
                <a:tc rowSpan="2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Case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(after N random insets)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 ordered 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7167"/>
                  </a:ext>
                </a:extLst>
              </a:tr>
              <a:tr h="415529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(hit)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92001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Left-Leaning Red-Black BST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262348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 table(*)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879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01D955-268E-5A47-9619-D77495B59D5D}"/>
              </a:ext>
            </a:extLst>
          </p:cNvPr>
          <p:cNvSpPr txBox="1"/>
          <p:nvPr/>
        </p:nvSpPr>
        <p:spPr>
          <a:xfrm>
            <a:off x="493994" y="5871723"/>
            <a:ext cx="3709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(*) under uniform hashing assumptions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2646B6-A1EE-2248-902D-B5B7DD6F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Symbol Table: abstract data type to handle key-value pairs</a:t>
            </a:r>
          </a:p>
          <a:p>
            <a:r>
              <a:rPr lang="en-US" dirty="0"/>
              <a:t>Basic API:</a:t>
            </a:r>
          </a:p>
          <a:p>
            <a:pPr lvl="1"/>
            <a:r>
              <a:rPr lang="en-US" dirty="0"/>
              <a:t>put(key, value)</a:t>
            </a:r>
          </a:p>
          <a:p>
            <a:pPr lvl="1"/>
            <a:r>
              <a:rPr lang="en-US" dirty="0"/>
              <a:t>get(key)</a:t>
            </a:r>
          </a:p>
          <a:p>
            <a:pPr lvl="1"/>
            <a:r>
              <a:rPr lang="en-US" dirty="0"/>
              <a:t>delete(key)</a:t>
            </a:r>
          </a:p>
          <a:p>
            <a:r>
              <a:rPr lang="en-US" dirty="0"/>
              <a:t>Implementations:</a:t>
            </a:r>
          </a:p>
        </p:txBody>
      </p:sp>
    </p:spTree>
    <p:extLst>
      <p:ext uri="{BB962C8B-B14F-4D97-AF65-F5344CB8AC3E}">
        <p14:creationId xmlns:p14="http://schemas.microsoft.com/office/powerpoint/2010/main" val="2248781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data structures recap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2646B6-A1EE-2248-902D-B5B7DD6F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Symbol Table: abstract data type to handle key-value pairs</a:t>
            </a:r>
          </a:p>
          <a:p>
            <a:r>
              <a:rPr lang="en-US" dirty="0"/>
              <a:t>Basic API:</a:t>
            </a:r>
          </a:p>
          <a:p>
            <a:pPr lvl="1"/>
            <a:r>
              <a:rPr lang="en-US" dirty="0"/>
              <a:t>put(</a:t>
            </a:r>
            <a:r>
              <a:rPr lang="en-US" dirty="0">
                <a:solidFill>
                  <a:schemeClr val="accent5"/>
                </a:solidFill>
              </a:rPr>
              <a:t>String</a:t>
            </a:r>
            <a:r>
              <a:rPr lang="en-US" dirty="0"/>
              <a:t> key, value)</a:t>
            </a:r>
          </a:p>
          <a:p>
            <a:pPr lvl="1"/>
            <a:r>
              <a:rPr lang="en-US" dirty="0"/>
              <a:t>get(</a:t>
            </a:r>
            <a:r>
              <a:rPr lang="en-US" dirty="0">
                <a:solidFill>
                  <a:schemeClr val="accent5"/>
                </a:solidFill>
              </a:rPr>
              <a:t>String</a:t>
            </a:r>
            <a:r>
              <a:rPr lang="en-US" dirty="0"/>
              <a:t> key)</a:t>
            </a:r>
          </a:p>
          <a:p>
            <a:pPr lvl="1"/>
            <a:r>
              <a:rPr lang="en-US" dirty="0"/>
              <a:t>delete(</a:t>
            </a:r>
            <a:r>
              <a:rPr lang="en-US" dirty="0">
                <a:solidFill>
                  <a:schemeClr val="accent5"/>
                </a:solidFill>
              </a:rPr>
              <a:t>String</a:t>
            </a:r>
            <a:r>
              <a:rPr lang="en-US" dirty="0"/>
              <a:t> key)</a:t>
            </a:r>
          </a:p>
          <a:p>
            <a:r>
              <a:rPr lang="en-US" dirty="0"/>
              <a:t>Implementations: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37A2B6-45C1-9A43-A053-F27B49790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446301"/>
              </p:ext>
            </p:extLst>
          </p:nvPr>
        </p:nvGraphicFramePr>
        <p:xfrm>
          <a:off x="493994" y="3895314"/>
          <a:ext cx="9786079" cy="2379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297">
                  <a:extLst>
                    <a:ext uri="{9D8B030D-6E8A-4147-A177-3AD203B41FA5}">
                      <a16:colId xmlns:a16="http://schemas.microsoft.com/office/drawing/2014/main" val="3837284985"/>
                    </a:ext>
                  </a:extLst>
                </a:gridCol>
                <a:gridCol w="1593273">
                  <a:extLst>
                    <a:ext uri="{9D8B030D-6E8A-4147-A177-3AD203B41FA5}">
                      <a16:colId xmlns:a16="http://schemas.microsoft.com/office/drawing/2014/main" val="1561951519"/>
                    </a:ext>
                  </a:extLst>
                </a:gridCol>
                <a:gridCol w="1565564">
                  <a:extLst>
                    <a:ext uri="{9D8B030D-6E8A-4147-A177-3AD203B41FA5}">
                      <a16:colId xmlns:a16="http://schemas.microsoft.com/office/drawing/2014/main" val="2253204784"/>
                    </a:ext>
                  </a:extLst>
                </a:gridCol>
                <a:gridCol w="1745672">
                  <a:extLst>
                    <a:ext uri="{9D8B030D-6E8A-4147-A177-3AD203B41FA5}">
                      <a16:colId xmlns:a16="http://schemas.microsoft.com/office/drawing/2014/main" val="4061373923"/>
                    </a:ext>
                  </a:extLst>
                </a:gridCol>
                <a:gridCol w="1593273">
                  <a:extLst>
                    <a:ext uri="{9D8B030D-6E8A-4147-A177-3AD203B41FA5}">
                      <a16:colId xmlns:a16="http://schemas.microsoft.com/office/drawing/2014/main" val="50662263"/>
                    </a:ext>
                  </a:extLst>
                </a:gridCol>
              </a:tblGrid>
              <a:tr h="717215">
                <a:tc rowSpan="2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Case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(after N random insets)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 ordered 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7167"/>
                  </a:ext>
                </a:extLst>
              </a:tr>
              <a:tr h="415529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(hit)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alpha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92001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Left-Leaning Red-Black BST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262348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 table(*)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87913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021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01D955-268E-5A47-9619-D77495B59D5D}"/>
              </a:ext>
            </a:extLst>
          </p:cNvPr>
          <p:cNvSpPr txBox="1"/>
          <p:nvPr/>
        </p:nvSpPr>
        <p:spPr>
          <a:xfrm>
            <a:off x="493994" y="6266340"/>
            <a:ext cx="3709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(*) under uniform hashing assumptions</a:t>
            </a:r>
          </a:p>
        </p:txBody>
      </p:sp>
    </p:spTree>
    <p:extLst>
      <p:ext uri="{BB962C8B-B14F-4D97-AF65-F5344CB8AC3E}">
        <p14:creationId xmlns:p14="http://schemas.microsoft.com/office/powerpoint/2010/main" val="1833300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4B2B-42A6-AB40-9BC4-CB4BFBF6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C683-7CB8-FA4F-BFE8-E3A25C25F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  <a:p>
            <a:r>
              <a:rPr lang="en-US" dirty="0"/>
              <a:t>3-way Tries</a:t>
            </a:r>
          </a:p>
          <a:p>
            <a:r>
              <a:rPr lang="en-US" dirty="0"/>
              <a:t>Extended API</a:t>
            </a:r>
          </a:p>
        </p:txBody>
      </p:sp>
    </p:spTree>
    <p:extLst>
      <p:ext uri="{BB962C8B-B14F-4D97-AF65-F5344CB8AC3E}">
        <p14:creationId xmlns:p14="http://schemas.microsoft.com/office/powerpoint/2010/main" val="229947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: tree representation of symbol table</a:t>
            </a:r>
          </a:p>
          <a:p>
            <a:pPr lvl="1"/>
            <a:r>
              <a:rPr lang="en-US" dirty="0"/>
              <a:t>Each node represents (i.e., stores) one character, not full keys</a:t>
            </a:r>
          </a:p>
          <a:p>
            <a:pPr lvl="1"/>
            <a:r>
              <a:rPr lang="en-US" dirty="0"/>
              <a:t>Each node has exactly </a:t>
            </a:r>
            <a:r>
              <a:rPr lang="en-US" i="1" dirty="0"/>
              <a:t>R</a:t>
            </a:r>
            <a:r>
              <a:rPr lang="en-US" dirty="0"/>
              <a:t> children, one for each possible character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A19641-58AF-7A49-ACB9-A07C28053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008183"/>
              </p:ext>
            </p:extLst>
          </p:nvPr>
        </p:nvGraphicFramePr>
        <p:xfrm>
          <a:off x="514866" y="3429000"/>
          <a:ext cx="1639456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728">
                  <a:extLst>
                    <a:ext uri="{9D8B030D-6E8A-4147-A177-3AD203B41FA5}">
                      <a16:colId xmlns:a16="http://schemas.microsoft.com/office/drawing/2014/main" val="3515541699"/>
                    </a:ext>
                  </a:extLst>
                </a:gridCol>
                <a:gridCol w="819728">
                  <a:extLst>
                    <a:ext uri="{9D8B030D-6E8A-4147-A177-3AD203B41FA5}">
                      <a16:colId xmlns:a16="http://schemas.microsoft.com/office/drawing/2014/main" val="3170257131"/>
                    </a:ext>
                  </a:extLst>
                </a:gridCol>
              </a:tblGrid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94600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868948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664401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888347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029440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shells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100517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909628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675224"/>
                  </a:ext>
                </a:extLst>
              </a:tr>
            </a:tbl>
          </a:graphicData>
        </a:graphic>
      </p:graphicFrame>
      <p:grpSp>
        <p:nvGrpSpPr>
          <p:cNvPr id="90" name="Group 89" descr="trie example">
            <a:extLst>
              <a:ext uri="{FF2B5EF4-FFF2-40B4-BE49-F238E27FC236}">
                <a16:creationId xmlns:a16="http://schemas.microsoft.com/office/drawing/2014/main" id="{312E0ACD-7DAC-2249-99A2-051B5C917E78}"/>
              </a:ext>
            </a:extLst>
          </p:cNvPr>
          <p:cNvGrpSpPr/>
          <p:nvPr/>
        </p:nvGrpSpPr>
        <p:grpSpPr>
          <a:xfrm>
            <a:off x="5195824" y="2901524"/>
            <a:ext cx="5909824" cy="3956476"/>
            <a:chOff x="5219548" y="2931535"/>
            <a:chExt cx="5909824" cy="39564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EB39253-A5FE-DE41-8BA3-4D71B9B38C7B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F2F6F68-3986-A747-8FF2-5335BC3E2A7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71200CF-B93F-0B42-96D2-3CA77C4B4DDB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99A4EEC-1295-7E45-83A7-4AD7418CA04A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E25D008-1375-884C-9964-4B2B872AD191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E2F52EB-7065-3F4D-81C8-945A006D9EEB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ADEEBEB-96A3-FB43-99E4-6B82F24C437A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80181AE-39E2-4440-8899-89B08BF9E7F8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713645-847D-9048-847D-B4408F5BF173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0BE4A6B-10D7-5145-A798-4474736038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1A612F4-C802-FA4F-AEB0-30BFD7C2E455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281DE60-AA84-1C44-B952-7B97274D3D52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D095C68-EEC0-FE40-B8EF-1897D523EA03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ACD4D0A-541C-044F-8A05-4A2D7AC6204F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4FD639E-02A5-3045-9866-2270B48DAE5F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581284A-B7C5-FF42-84F5-B5EF1CF60AF6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DA1E579-6462-CF46-80BA-9D76FE8E1266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2FA4A28-D0FB-1846-B0B7-5E00404C2361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A112E2B-03B3-0544-8C92-91092568F7A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68BB211-9FC1-F041-8CC1-3589FBF51AB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0E1145-2EBD-8F46-95A2-5DA9D237764E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5BE8A57-51AF-7643-A935-54A401370A34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303EBE5-F180-C647-A6D3-7FD5EA0D28C8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70D6103-862C-C146-8CC1-B974A9466CDB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F44AE39-2249-AE47-A732-774573DE831F}"/>
                </a:ext>
              </a:extLst>
            </p:cNvPr>
            <p:cNvCxnSpPr>
              <a:cxnSpLocks/>
              <a:stCxn id="8" idx="4"/>
              <a:endCxn id="12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8348250-9281-014C-B7EC-9A63DDE769A9}"/>
                </a:ext>
              </a:extLst>
            </p:cNvPr>
            <p:cNvCxnSpPr>
              <a:cxnSpLocks/>
              <a:stCxn id="13" idx="0"/>
              <a:endCxn id="12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8586509-CC73-344E-A124-08EC8C5ED3C2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6E6D02F-62DC-1641-BCF9-E719520FAC1B}"/>
                </a:ext>
              </a:extLst>
            </p:cNvPr>
            <p:cNvCxnSpPr>
              <a:cxnSpLocks/>
              <a:stCxn id="7" idx="6"/>
              <a:endCxn id="11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D696975-6A1B-5A4A-9C1D-7EA7155E650B}"/>
                </a:ext>
              </a:extLst>
            </p:cNvPr>
            <p:cNvCxnSpPr>
              <a:cxnSpLocks/>
              <a:stCxn id="10" idx="2"/>
              <a:endCxn id="14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5113013-AED7-2244-BAFB-59EBB0F39DC2}"/>
                </a:ext>
              </a:extLst>
            </p:cNvPr>
            <p:cNvCxnSpPr>
              <a:cxnSpLocks/>
              <a:stCxn id="10" idx="6"/>
              <a:endCxn id="15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4077A6F-8AEA-AE4C-AC54-A69066187FE0}"/>
                </a:ext>
              </a:extLst>
            </p:cNvPr>
            <p:cNvCxnSpPr>
              <a:cxnSpLocks/>
              <a:stCxn id="11" idx="3"/>
              <a:endCxn id="17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9528962-9269-314D-843D-B3F83513A6DC}"/>
                </a:ext>
              </a:extLst>
            </p:cNvPr>
            <p:cNvCxnSpPr>
              <a:cxnSpLocks/>
              <a:stCxn id="11" idx="6"/>
              <a:endCxn id="18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5D18B5B-20A8-E348-AAE8-BFC34FA574A1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9C70858-707A-CD48-89B7-A5DD59D2FF2D}"/>
                </a:ext>
              </a:extLst>
            </p:cNvPr>
            <p:cNvCxnSpPr>
              <a:cxnSpLocks/>
              <a:stCxn id="17" idx="4"/>
              <a:endCxn id="22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2EDA94B-7131-0444-BC46-7C703505AB5F}"/>
                </a:ext>
              </a:extLst>
            </p:cNvPr>
            <p:cNvCxnSpPr>
              <a:cxnSpLocks/>
              <a:stCxn id="18" idx="4"/>
              <a:endCxn id="19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7E3C7B6-8BC7-8F4B-81AC-12864AD5CB25}"/>
                </a:ext>
              </a:extLst>
            </p:cNvPr>
            <p:cNvCxnSpPr>
              <a:cxnSpLocks/>
              <a:stCxn id="16" idx="4"/>
              <a:endCxn id="20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7A39533-7337-BE49-A526-4FA95A506ADD}"/>
                </a:ext>
              </a:extLst>
            </p:cNvPr>
            <p:cNvCxnSpPr>
              <a:cxnSpLocks/>
              <a:stCxn id="22" idx="4"/>
              <a:endCxn id="23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CC7FF15-FB66-4747-9564-28E02467F1AA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4A3DE28-FC6F-D64F-BEF8-F9080461E060}"/>
                </a:ext>
              </a:extLst>
            </p:cNvPr>
            <p:cNvCxnSpPr>
              <a:cxnSpLocks/>
              <a:stCxn id="23" idx="4"/>
              <a:endCxn id="25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9694651-7906-114A-A7A2-40E46FE7F48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30829B2-EF65-5C43-86D9-739FB4BE37AE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6AA7A20-D5DE-9541-AD54-1D8BDA955CA4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7E1F030-F6C7-7747-B027-F49B1D328B67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088D29D-ABBF-3E41-B2C4-9EE21300BD7E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FF6F3CA-075B-1540-80B2-6C24FF765034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2106ADC-A12C-A84A-BF1A-0C242471919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91" name="TextBox 90" descr="highlighting root node with no char associated">
            <a:extLst>
              <a:ext uri="{FF2B5EF4-FFF2-40B4-BE49-F238E27FC236}">
                <a16:creationId xmlns:a16="http://schemas.microsoft.com/office/drawing/2014/main" id="{AB50A38B-C60F-AD43-B0F5-C0BA2BC4C34A}"/>
              </a:ext>
            </a:extLst>
          </p:cNvPr>
          <p:cNvSpPr txBox="1"/>
          <p:nvPr/>
        </p:nvSpPr>
        <p:spPr>
          <a:xfrm>
            <a:off x="8006005" y="2766898"/>
            <a:ext cx="27863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 (only node with no char)</a:t>
            </a:r>
          </a:p>
        </p:txBody>
      </p:sp>
      <p:grpSp>
        <p:nvGrpSpPr>
          <p:cNvPr id="106" name="Group 105" descr="highlighting nodes with keys and values">
            <a:extLst>
              <a:ext uri="{FF2B5EF4-FFF2-40B4-BE49-F238E27FC236}">
                <a16:creationId xmlns:a16="http://schemas.microsoft.com/office/drawing/2014/main" id="{F28F1D7E-8CF2-9844-B678-5BC303A27113}"/>
              </a:ext>
            </a:extLst>
          </p:cNvPr>
          <p:cNvGrpSpPr/>
          <p:nvPr/>
        </p:nvGrpSpPr>
        <p:grpSpPr>
          <a:xfrm>
            <a:off x="3290287" y="3500533"/>
            <a:ext cx="1907553" cy="1901633"/>
            <a:chOff x="3290287" y="3500533"/>
            <a:chExt cx="1907553" cy="1901633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5F55CB9-AD06-B843-84DD-07B1DDF99B36}"/>
                </a:ext>
              </a:extLst>
            </p:cNvPr>
            <p:cNvSpPr txBox="1"/>
            <p:nvPr/>
          </p:nvSpPr>
          <p:spPr>
            <a:xfrm>
              <a:off x="3290287" y="4571169"/>
              <a:ext cx="19001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value for key “by” stored in last key character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6EF234C-8DCE-1D48-A38D-A7430457AED0}"/>
                </a:ext>
              </a:extLst>
            </p:cNvPr>
            <p:cNvSpPr txBox="1"/>
            <p:nvPr/>
          </p:nvSpPr>
          <p:spPr>
            <a:xfrm>
              <a:off x="3370096" y="3500533"/>
              <a:ext cx="18277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 with char “b”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5DF4458D-00ED-1447-AEE8-858BBE33675F}"/>
                </a:ext>
              </a:extLst>
            </p:cNvPr>
            <p:cNvCxnSpPr>
              <a:stCxn id="92" idx="0"/>
            </p:cNvCxnSpPr>
            <p:nvPr/>
          </p:nvCxnSpPr>
          <p:spPr>
            <a:xfrm flipV="1">
              <a:off x="4240381" y="4276987"/>
              <a:ext cx="825837" cy="29418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 descr="highlighting links (null not drawn)">
            <a:extLst>
              <a:ext uri="{FF2B5EF4-FFF2-40B4-BE49-F238E27FC236}">
                <a16:creationId xmlns:a16="http://schemas.microsoft.com/office/drawing/2014/main" id="{95002705-143C-AB44-92A7-28B722E50D0F}"/>
              </a:ext>
            </a:extLst>
          </p:cNvPr>
          <p:cNvGrpSpPr/>
          <p:nvPr/>
        </p:nvGrpSpPr>
        <p:grpSpPr>
          <a:xfrm>
            <a:off x="5116642" y="3374820"/>
            <a:ext cx="6943066" cy="3393420"/>
            <a:chOff x="5116642" y="3374820"/>
            <a:chExt cx="6943066" cy="3393420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FDC4496-D9FA-1F46-B4A3-8E0CA108FC32}"/>
                </a:ext>
              </a:extLst>
            </p:cNvPr>
            <p:cNvSpPr txBox="1"/>
            <p:nvPr/>
          </p:nvSpPr>
          <p:spPr>
            <a:xfrm>
              <a:off x="10132577" y="6429686"/>
              <a:ext cx="1927131" cy="338554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null links not drawn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9E770CAE-A841-1342-B41F-34FA60CD7961}"/>
                </a:ext>
              </a:extLst>
            </p:cNvPr>
            <p:cNvGrpSpPr/>
            <p:nvPr/>
          </p:nvGrpSpPr>
          <p:grpSpPr>
            <a:xfrm>
              <a:off x="5116642" y="3374820"/>
              <a:ext cx="5077731" cy="2814092"/>
              <a:chOff x="5116642" y="3374820"/>
              <a:chExt cx="5077731" cy="2814092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8A61B1F-C7F4-F54C-9A08-99B0684C626A}"/>
                  </a:ext>
                </a:extLst>
              </p:cNvPr>
              <p:cNvSpPr txBox="1"/>
              <p:nvPr/>
            </p:nvSpPr>
            <p:spPr>
              <a:xfrm>
                <a:off x="8470560" y="3492901"/>
                <a:ext cx="172381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link to </a:t>
                </a:r>
                <a:r>
                  <a:rPr lang="en-US" sz="16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trie</a:t>
                </a:r>
                <a:r>
                  <a:rPr lang="en-US" sz="1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 all keys starting “s”</a:t>
                </a:r>
              </a:p>
            </p:txBody>
          </p: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6609B84-FCF2-E44D-BD55-FD2609A8C7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888135" y="3374820"/>
                <a:ext cx="580423" cy="29499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96337A4-CFA9-7647-BE04-CF4D32826410}"/>
                  </a:ext>
                </a:extLst>
              </p:cNvPr>
              <p:cNvSpPr txBox="1"/>
              <p:nvPr/>
            </p:nvSpPr>
            <p:spPr>
              <a:xfrm>
                <a:off x="5116642" y="5357915"/>
                <a:ext cx="17238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link to </a:t>
                </a:r>
                <a:r>
                  <a:rPr lang="en-US" sz="16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trie</a:t>
                </a:r>
                <a:r>
                  <a:rPr lang="en-US" sz="1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 all keys starting “</a:t>
                </a:r>
                <a:r>
                  <a:rPr lang="en-US" sz="16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</a:t>
                </a:r>
                <a:r>
                  <a:rPr lang="en-US" sz="1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”</a:t>
                </a:r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69051ACF-E237-964F-88E3-F704BBFB1B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43843" y="4500022"/>
                <a:ext cx="378180" cy="894609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225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links corresponding to each character in the key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node with non-null value: return value</a:t>
            </a:r>
          </a:p>
        </p:txBody>
      </p:sp>
      <p:sp>
        <p:nvSpPr>
          <p:cNvPr id="51" name="TextBox 50" descr="highlighting root node with no char associated">
            <a:extLst>
              <a:ext uri="{FF2B5EF4-FFF2-40B4-BE49-F238E27FC236}">
                <a16:creationId xmlns:a16="http://schemas.microsoft.com/office/drawing/2014/main" id="{2143594E-DD5B-A743-94B7-32E7A18E5C73}"/>
              </a:ext>
            </a:extLst>
          </p:cNvPr>
          <p:cNvSpPr txBox="1"/>
          <p:nvPr/>
        </p:nvSpPr>
        <p:spPr>
          <a:xfrm>
            <a:off x="599275" y="3211684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get(“shore”)</a:t>
            </a:r>
          </a:p>
        </p:txBody>
      </p:sp>
      <p:grpSp>
        <p:nvGrpSpPr>
          <p:cNvPr id="4" name="Group 3" descr="trie example">
            <a:extLst>
              <a:ext uri="{FF2B5EF4-FFF2-40B4-BE49-F238E27FC236}">
                <a16:creationId xmlns:a16="http://schemas.microsoft.com/office/drawing/2014/main" id="{EA1D4F1A-3EAA-C448-B51D-DE4EA22557EF}"/>
              </a:ext>
            </a:extLst>
          </p:cNvPr>
          <p:cNvGrpSpPr/>
          <p:nvPr/>
        </p:nvGrpSpPr>
        <p:grpSpPr>
          <a:xfrm>
            <a:off x="3576887" y="2604962"/>
            <a:ext cx="5909824" cy="3956476"/>
            <a:chOff x="5219548" y="2931535"/>
            <a:chExt cx="5909824" cy="39564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EF05806-CD7C-D846-89B4-DA384020AD7A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D4A9219-74F3-E840-A2DB-57AED2392034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E606F40-593A-1546-8CE4-DC2F601FA06F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C756252-CA31-B241-A1B6-EE154C7CE15A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CAD0247-0E13-A34F-8579-1994BC11B8E8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04649C7-9674-8340-BA9B-30EE2FFC4304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F6F8ED-B301-1345-8DCD-0432BD776C53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1DCFA3A-2654-E543-AB77-315A63C85DFC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428D8E-C918-594C-AD3D-A39C5C780A18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9EE6B8-8507-504C-A9FB-316863C45493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F8909E4-AA93-3947-A642-7E0B2A9AFC60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E4E6377-7B5D-B84C-A712-BD9D7B28CF2C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86DF3D9-519A-2B4A-8956-F0344D1B860A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25A2ABC-AFE2-2046-8A6F-8FCAC0E87950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E044AF1-07E3-FE43-8558-82CD6FD5DE5B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233CA02-70E5-1249-BA6F-BBE69D04746B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9524856-06A7-5944-9A50-D93BD7BFFF21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4C5EEC7-9840-6543-BF77-7672B4D518AB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C03DC6D-A982-B446-9F3F-B4141ACB86A3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2F67609-3FA0-0843-950C-0F823B454EEA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5F409A-5AC7-A448-BA7B-F66512A75177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5C87247-5688-0849-9FFF-EAC324268B9D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7E1BE93-EE06-BA49-8B47-6C1B2FEE4FA7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DA76D52-A780-BC42-89D8-BA9417C4AFA9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E8B208-EC39-0445-944C-E516B30FDF5E}"/>
                </a:ext>
              </a:extLst>
            </p:cNvPr>
            <p:cNvCxnSpPr>
              <a:cxnSpLocks/>
              <a:stCxn id="8" idx="4"/>
              <a:endCxn id="12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92FB90B-07E8-2040-ACB2-391796434CE9}"/>
                </a:ext>
              </a:extLst>
            </p:cNvPr>
            <p:cNvCxnSpPr>
              <a:cxnSpLocks/>
              <a:stCxn id="13" idx="0"/>
              <a:endCxn id="12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BBEAA9F-ED2E-7048-9738-E2CF3C7728E7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534DFC3-F9D0-EC4A-8783-8B7748FEF30F}"/>
                </a:ext>
              </a:extLst>
            </p:cNvPr>
            <p:cNvCxnSpPr>
              <a:cxnSpLocks/>
              <a:stCxn id="7" idx="6"/>
              <a:endCxn id="11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191DE6-930B-F742-83A5-7E9EDB22C7C2}"/>
                </a:ext>
              </a:extLst>
            </p:cNvPr>
            <p:cNvCxnSpPr>
              <a:cxnSpLocks/>
              <a:stCxn id="10" idx="2"/>
              <a:endCxn id="14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515C92-C1DA-7F42-A318-C9E76671FF70}"/>
                </a:ext>
              </a:extLst>
            </p:cNvPr>
            <p:cNvCxnSpPr>
              <a:cxnSpLocks/>
              <a:stCxn id="10" idx="6"/>
              <a:endCxn id="15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08AD35-9F18-5541-B4B9-A3C097A5A7DF}"/>
                </a:ext>
              </a:extLst>
            </p:cNvPr>
            <p:cNvCxnSpPr>
              <a:cxnSpLocks/>
              <a:stCxn id="11" idx="3"/>
              <a:endCxn id="17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278879-6090-634C-BA8D-75CD0F61AEDB}"/>
                </a:ext>
              </a:extLst>
            </p:cNvPr>
            <p:cNvCxnSpPr>
              <a:cxnSpLocks/>
              <a:stCxn id="11" idx="6"/>
              <a:endCxn id="18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25BFDD8-9B7A-4C4C-BDF7-13647748552E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6E1D44B-00E8-0F4C-9D23-2AE3573982BE}"/>
                </a:ext>
              </a:extLst>
            </p:cNvPr>
            <p:cNvCxnSpPr>
              <a:cxnSpLocks/>
              <a:stCxn id="17" idx="4"/>
              <a:endCxn id="22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631312-71F1-D34D-BA13-0AFF7E34B174}"/>
                </a:ext>
              </a:extLst>
            </p:cNvPr>
            <p:cNvCxnSpPr>
              <a:cxnSpLocks/>
              <a:stCxn id="18" idx="4"/>
              <a:endCxn id="19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2412A52-D437-DA43-AF80-B65B123B0765}"/>
                </a:ext>
              </a:extLst>
            </p:cNvPr>
            <p:cNvCxnSpPr>
              <a:cxnSpLocks/>
              <a:stCxn id="16" idx="4"/>
              <a:endCxn id="20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20FB4BF-B37D-4C45-B7D7-82666D7D26EF}"/>
                </a:ext>
              </a:extLst>
            </p:cNvPr>
            <p:cNvCxnSpPr>
              <a:cxnSpLocks/>
              <a:stCxn id="22" idx="4"/>
              <a:endCxn id="23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348EF65-C5C3-5C42-A217-D01E0FDB9D3B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97767D7-CFFA-E845-909F-39F02DFF4FE5}"/>
                </a:ext>
              </a:extLst>
            </p:cNvPr>
            <p:cNvCxnSpPr>
              <a:cxnSpLocks/>
              <a:stCxn id="23" idx="4"/>
              <a:endCxn id="24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63C8997-C5ED-A340-B7D6-6007F01F3FF0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528EB5-C6D3-6F46-8303-724DFEF0B549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ED388E3-7BAA-5147-B1D6-5DD37F248DC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0824903-33CE-9A43-A32A-0BEE2035126C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CCDDFCE-EFE0-F44D-B112-F27F615FE2A6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745080D-4A1D-704C-ABFC-2865357EE501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7B0DB0A-AAC9-854A-8EA6-D07347B80818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368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links corresponding to each character in the key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node with non-null value: return value</a:t>
            </a:r>
          </a:p>
        </p:txBody>
      </p:sp>
      <p:sp>
        <p:nvSpPr>
          <p:cNvPr id="51" name="TextBox 50" descr="highlighting root node with no char associated">
            <a:extLst>
              <a:ext uri="{FF2B5EF4-FFF2-40B4-BE49-F238E27FC236}">
                <a16:creationId xmlns:a16="http://schemas.microsoft.com/office/drawing/2014/main" id="{2143594E-DD5B-A743-94B7-32E7A18E5C73}"/>
              </a:ext>
            </a:extLst>
          </p:cNvPr>
          <p:cNvSpPr txBox="1"/>
          <p:nvPr/>
        </p:nvSpPr>
        <p:spPr>
          <a:xfrm>
            <a:off x="607095" y="3193273"/>
            <a:ext cx="118494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get(“she”)</a:t>
            </a:r>
          </a:p>
        </p:txBody>
      </p:sp>
      <p:grpSp>
        <p:nvGrpSpPr>
          <p:cNvPr id="4" name="Group 3" descr="trie example">
            <a:extLst>
              <a:ext uri="{FF2B5EF4-FFF2-40B4-BE49-F238E27FC236}">
                <a16:creationId xmlns:a16="http://schemas.microsoft.com/office/drawing/2014/main" id="{EA1D4F1A-3EAA-C448-B51D-DE4EA22557EF}"/>
              </a:ext>
            </a:extLst>
          </p:cNvPr>
          <p:cNvGrpSpPr/>
          <p:nvPr/>
        </p:nvGrpSpPr>
        <p:grpSpPr>
          <a:xfrm>
            <a:off x="3576887" y="2604962"/>
            <a:ext cx="5909824" cy="3956476"/>
            <a:chOff x="5219548" y="2931535"/>
            <a:chExt cx="5909824" cy="39564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EF05806-CD7C-D846-89B4-DA384020AD7A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D4A9219-74F3-E840-A2DB-57AED2392034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E606F40-593A-1546-8CE4-DC2F601FA06F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C756252-CA31-B241-A1B6-EE154C7CE15A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CAD0247-0E13-A34F-8579-1994BC11B8E8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04649C7-9674-8340-BA9B-30EE2FFC4304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F6F8ED-B301-1345-8DCD-0432BD776C53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1DCFA3A-2654-E543-AB77-315A63C85DFC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428D8E-C918-594C-AD3D-A39C5C780A18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9EE6B8-8507-504C-A9FB-316863C45493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F8909E4-AA93-3947-A642-7E0B2A9AFC60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E4E6377-7B5D-B84C-A712-BD9D7B28CF2C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86DF3D9-519A-2B4A-8956-F0344D1B860A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25A2ABC-AFE2-2046-8A6F-8FCAC0E87950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E044AF1-07E3-FE43-8558-82CD6FD5DE5B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233CA02-70E5-1249-BA6F-BBE69D04746B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9524856-06A7-5944-9A50-D93BD7BFFF21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4C5EEC7-9840-6543-BF77-7672B4D518AB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C03DC6D-A982-B446-9F3F-B4141ACB86A3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2F67609-3FA0-0843-950C-0F823B454EEA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5F409A-5AC7-A448-BA7B-F66512A75177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5C87247-5688-0849-9FFF-EAC324268B9D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7E1BE93-EE06-BA49-8B47-6C1B2FEE4FA7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DA76D52-A780-BC42-89D8-BA9417C4AFA9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E8B208-EC39-0445-944C-E516B30FDF5E}"/>
                </a:ext>
              </a:extLst>
            </p:cNvPr>
            <p:cNvCxnSpPr>
              <a:cxnSpLocks/>
              <a:stCxn id="8" idx="4"/>
              <a:endCxn id="12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92FB90B-07E8-2040-ACB2-391796434CE9}"/>
                </a:ext>
              </a:extLst>
            </p:cNvPr>
            <p:cNvCxnSpPr>
              <a:cxnSpLocks/>
              <a:stCxn id="13" idx="0"/>
              <a:endCxn id="12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BBEAA9F-ED2E-7048-9738-E2CF3C7728E7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534DFC3-F9D0-EC4A-8783-8B7748FEF30F}"/>
                </a:ext>
              </a:extLst>
            </p:cNvPr>
            <p:cNvCxnSpPr>
              <a:cxnSpLocks/>
              <a:stCxn id="7" idx="6"/>
              <a:endCxn id="11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191DE6-930B-F742-83A5-7E9EDB22C7C2}"/>
                </a:ext>
              </a:extLst>
            </p:cNvPr>
            <p:cNvCxnSpPr>
              <a:cxnSpLocks/>
              <a:stCxn id="10" idx="2"/>
              <a:endCxn id="14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515C92-C1DA-7F42-A318-C9E76671FF70}"/>
                </a:ext>
              </a:extLst>
            </p:cNvPr>
            <p:cNvCxnSpPr>
              <a:cxnSpLocks/>
              <a:stCxn id="10" idx="6"/>
              <a:endCxn id="15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08AD35-9F18-5541-B4B9-A3C097A5A7DF}"/>
                </a:ext>
              </a:extLst>
            </p:cNvPr>
            <p:cNvCxnSpPr>
              <a:cxnSpLocks/>
              <a:stCxn id="11" idx="3"/>
              <a:endCxn id="17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278879-6090-634C-BA8D-75CD0F61AEDB}"/>
                </a:ext>
              </a:extLst>
            </p:cNvPr>
            <p:cNvCxnSpPr>
              <a:cxnSpLocks/>
              <a:stCxn id="11" idx="6"/>
              <a:endCxn id="18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25BFDD8-9B7A-4C4C-BDF7-13647748552E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6E1D44B-00E8-0F4C-9D23-2AE3573982BE}"/>
                </a:ext>
              </a:extLst>
            </p:cNvPr>
            <p:cNvCxnSpPr>
              <a:cxnSpLocks/>
              <a:stCxn id="17" idx="4"/>
              <a:endCxn id="22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631312-71F1-D34D-BA13-0AFF7E34B174}"/>
                </a:ext>
              </a:extLst>
            </p:cNvPr>
            <p:cNvCxnSpPr>
              <a:cxnSpLocks/>
              <a:stCxn id="18" idx="4"/>
              <a:endCxn id="19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2412A52-D437-DA43-AF80-B65B123B0765}"/>
                </a:ext>
              </a:extLst>
            </p:cNvPr>
            <p:cNvCxnSpPr>
              <a:cxnSpLocks/>
              <a:stCxn id="16" idx="4"/>
              <a:endCxn id="20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20FB4BF-B37D-4C45-B7D7-82666D7D26EF}"/>
                </a:ext>
              </a:extLst>
            </p:cNvPr>
            <p:cNvCxnSpPr>
              <a:cxnSpLocks/>
              <a:stCxn id="22" idx="4"/>
              <a:endCxn id="23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348EF65-C5C3-5C42-A217-D01E0FDB9D3B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97767D7-CFFA-E845-909F-39F02DFF4FE5}"/>
                </a:ext>
              </a:extLst>
            </p:cNvPr>
            <p:cNvCxnSpPr>
              <a:cxnSpLocks/>
              <a:stCxn id="23" idx="4"/>
              <a:endCxn id="24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63C8997-C5ED-A340-B7D6-6007F01F3FF0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528EB5-C6D3-6F46-8303-724DFEF0B549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ED388E3-7BAA-5147-B1D6-5DD37F248DC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0824903-33CE-9A43-A32A-0BEE2035126C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CCDDFCE-EFE0-F44D-B112-F27F615FE2A6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745080D-4A1D-704C-ABFC-2865357EE501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7B0DB0A-AAC9-854A-8EA6-D07347B80818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0410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links corresponding to each character in the key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null-value node or reaches a null link: return null</a:t>
            </a:r>
          </a:p>
        </p:txBody>
      </p:sp>
      <p:sp>
        <p:nvSpPr>
          <p:cNvPr id="51" name="TextBox 50" descr="highlighting root node with no char associated">
            <a:extLst>
              <a:ext uri="{FF2B5EF4-FFF2-40B4-BE49-F238E27FC236}">
                <a16:creationId xmlns:a16="http://schemas.microsoft.com/office/drawing/2014/main" id="{2143594E-DD5B-A743-94B7-32E7A18E5C73}"/>
              </a:ext>
            </a:extLst>
          </p:cNvPr>
          <p:cNvSpPr txBox="1"/>
          <p:nvPr/>
        </p:nvSpPr>
        <p:spPr>
          <a:xfrm>
            <a:off x="545953" y="3244334"/>
            <a:ext cx="130035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get(“shelf”)</a:t>
            </a:r>
          </a:p>
        </p:txBody>
      </p:sp>
      <p:grpSp>
        <p:nvGrpSpPr>
          <p:cNvPr id="4" name="Group 3" descr="trie example">
            <a:extLst>
              <a:ext uri="{FF2B5EF4-FFF2-40B4-BE49-F238E27FC236}">
                <a16:creationId xmlns:a16="http://schemas.microsoft.com/office/drawing/2014/main" id="{EA1D4F1A-3EAA-C448-B51D-DE4EA22557EF}"/>
              </a:ext>
            </a:extLst>
          </p:cNvPr>
          <p:cNvGrpSpPr/>
          <p:nvPr/>
        </p:nvGrpSpPr>
        <p:grpSpPr>
          <a:xfrm>
            <a:off x="3576887" y="2604962"/>
            <a:ext cx="5909824" cy="3956476"/>
            <a:chOff x="5219548" y="2931535"/>
            <a:chExt cx="5909824" cy="39564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EF05806-CD7C-D846-89B4-DA384020AD7A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D4A9219-74F3-E840-A2DB-57AED2392034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E606F40-593A-1546-8CE4-DC2F601FA06F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C756252-CA31-B241-A1B6-EE154C7CE15A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CAD0247-0E13-A34F-8579-1994BC11B8E8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04649C7-9674-8340-BA9B-30EE2FFC4304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F6F8ED-B301-1345-8DCD-0432BD776C53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1DCFA3A-2654-E543-AB77-315A63C85DFC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428D8E-C918-594C-AD3D-A39C5C780A18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9EE6B8-8507-504C-A9FB-316863C45493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F8909E4-AA93-3947-A642-7E0B2A9AFC60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E4E6377-7B5D-B84C-A712-BD9D7B28CF2C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86DF3D9-519A-2B4A-8956-F0344D1B860A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25A2ABC-AFE2-2046-8A6F-8FCAC0E87950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E044AF1-07E3-FE43-8558-82CD6FD5DE5B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233CA02-70E5-1249-BA6F-BBE69D04746B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9524856-06A7-5944-9A50-D93BD7BFFF21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4C5EEC7-9840-6543-BF77-7672B4D518AB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C03DC6D-A982-B446-9F3F-B4141ACB86A3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2F67609-3FA0-0843-950C-0F823B454EEA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5F409A-5AC7-A448-BA7B-F66512A75177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5C87247-5688-0849-9FFF-EAC324268B9D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7E1BE93-EE06-BA49-8B47-6C1B2FEE4FA7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DA76D52-A780-BC42-89D8-BA9417C4AFA9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E8B208-EC39-0445-944C-E516B30FDF5E}"/>
                </a:ext>
              </a:extLst>
            </p:cNvPr>
            <p:cNvCxnSpPr>
              <a:cxnSpLocks/>
              <a:stCxn id="8" idx="4"/>
              <a:endCxn id="12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92FB90B-07E8-2040-ACB2-391796434CE9}"/>
                </a:ext>
              </a:extLst>
            </p:cNvPr>
            <p:cNvCxnSpPr>
              <a:cxnSpLocks/>
              <a:stCxn id="13" idx="0"/>
              <a:endCxn id="12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BBEAA9F-ED2E-7048-9738-E2CF3C7728E7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534DFC3-F9D0-EC4A-8783-8B7748FEF30F}"/>
                </a:ext>
              </a:extLst>
            </p:cNvPr>
            <p:cNvCxnSpPr>
              <a:cxnSpLocks/>
              <a:stCxn id="7" idx="6"/>
              <a:endCxn id="11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191DE6-930B-F742-83A5-7E9EDB22C7C2}"/>
                </a:ext>
              </a:extLst>
            </p:cNvPr>
            <p:cNvCxnSpPr>
              <a:cxnSpLocks/>
              <a:stCxn id="10" idx="2"/>
              <a:endCxn id="14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515C92-C1DA-7F42-A318-C9E76671FF70}"/>
                </a:ext>
              </a:extLst>
            </p:cNvPr>
            <p:cNvCxnSpPr>
              <a:cxnSpLocks/>
              <a:stCxn id="10" idx="6"/>
              <a:endCxn id="15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08AD35-9F18-5541-B4B9-A3C097A5A7DF}"/>
                </a:ext>
              </a:extLst>
            </p:cNvPr>
            <p:cNvCxnSpPr>
              <a:cxnSpLocks/>
              <a:stCxn id="11" idx="3"/>
              <a:endCxn id="17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278879-6090-634C-BA8D-75CD0F61AEDB}"/>
                </a:ext>
              </a:extLst>
            </p:cNvPr>
            <p:cNvCxnSpPr>
              <a:cxnSpLocks/>
              <a:stCxn id="11" idx="6"/>
              <a:endCxn id="18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25BFDD8-9B7A-4C4C-BDF7-13647748552E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6E1D44B-00E8-0F4C-9D23-2AE3573982BE}"/>
                </a:ext>
              </a:extLst>
            </p:cNvPr>
            <p:cNvCxnSpPr>
              <a:cxnSpLocks/>
              <a:stCxn id="17" idx="4"/>
              <a:endCxn id="22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631312-71F1-D34D-BA13-0AFF7E34B174}"/>
                </a:ext>
              </a:extLst>
            </p:cNvPr>
            <p:cNvCxnSpPr>
              <a:cxnSpLocks/>
              <a:stCxn id="18" idx="4"/>
              <a:endCxn id="19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2412A52-D437-DA43-AF80-B65B123B0765}"/>
                </a:ext>
              </a:extLst>
            </p:cNvPr>
            <p:cNvCxnSpPr>
              <a:cxnSpLocks/>
              <a:stCxn id="16" idx="4"/>
              <a:endCxn id="20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20FB4BF-B37D-4C45-B7D7-82666D7D26EF}"/>
                </a:ext>
              </a:extLst>
            </p:cNvPr>
            <p:cNvCxnSpPr>
              <a:cxnSpLocks/>
              <a:stCxn id="22" idx="4"/>
              <a:endCxn id="23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348EF65-C5C3-5C42-A217-D01E0FDB9D3B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97767D7-CFFA-E845-909F-39F02DFF4FE5}"/>
                </a:ext>
              </a:extLst>
            </p:cNvPr>
            <p:cNvCxnSpPr>
              <a:cxnSpLocks/>
              <a:stCxn id="23" idx="4"/>
              <a:endCxn id="24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63C8997-C5ED-A340-B7D6-6007F01F3FF0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528EB5-C6D3-6F46-8303-724DFEF0B549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ED388E3-7BAA-5147-B1D6-5DD37F248DC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0824903-33CE-9A43-A32A-0BEE2035126C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CCDDFCE-EFE0-F44D-B112-F27F615FE2A6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745080D-4A1D-704C-ABFC-2865357EE501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7B0DB0A-AAC9-854A-8EA6-D07347B80818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56" name="Group 55" descr="null link when trying to process char F">
            <a:extLst>
              <a:ext uri="{FF2B5EF4-FFF2-40B4-BE49-F238E27FC236}">
                <a16:creationId xmlns:a16="http://schemas.microsoft.com/office/drawing/2014/main" id="{9957AD78-CA35-4C41-A589-64F5D80E8F09}"/>
              </a:ext>
            </a:extLst>
          </p:cNvPr>
          <p:cNvGrpSpPr/>
          <p:nvPr/>
        </p:nvGrpSpPr>
        <p:grpSpPr>
          <a:xfrm>
            <a:off x="5900570" y="5272322"/>
            <a:ext cx="768929" cy="830997"/>
            <a:chOff x="5856925" y="4594224"/>
            <a:chExt cx="768929" cy="830997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3A95915-59C6-D646-BEAE-7FD4D0F6C8F0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H="1">
              <a:off x="6368647" y="4678685"/>
              <a:ext cx="257207" cy="36030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65DED97-1649-C74B-9EA9-4E97AB80E697}"/>
                </a:ext>
              </a:extLst>
            </p:cNvPr>
            <p:cNvSpPr txBox="1"/>
            <p:nvPr/>
          </p:nvSpPr>
          <p:spPr>
            <a:xfrm>
              <a:off x="5856925" y="4594224"/>
              <a:ext cx="6774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null link for “f”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877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links corresponding to each character in the key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null-value node or reaches a null link: return null</a:t>
            </a:r>
          </a:p>
        </p:txBody>
      </p:sp>
      <p:sp>
        <p:nvSpPr>
          <p:cNvPr id="51" name="TextBox 50" descr="highlighting root node with no char associated">
            <a:extLst>
              <a:ext uri="{FF2B5EF4-FFF2-40B4-BE49-F238E27FC236}">
                <a16:creationId xmlns:a16="http://schemas.microsoft.com/office/drawing/2014/main" id="{2143594E-DD5B-A743-94B7-32E7A18E5C73}"/>
              </a:ext>
            </a:extLst>
          </p:cNvPr>
          <p:cNvSpPr txBox="1"/>
          <p:nvPr/>
        </p:nvSpPr>
        <p:spPr>
          <a:xfrm>
            <a:off x="556778" y="3239849"/>
            <a:ext cx="1287532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get(“shell”)</a:t>
            </a:r>
          </a:p>
        </p:txBody>
      </p:sp>
      <p:grpSp>
        <p:nvGrpSpPr>
          <p:cNvPr id="4" name="Group 3" descr="trie example">
            <a:extLst>
              <a:ext uri="{FF2B5EF4-FFF2-40B4-BE49-F238E27FC236}">
                <a16:creationId xmlns:a16="http://schemas.microsoft.com/office/drawing/2014/main" id="{EA1D4F1A-3EAA-C448-B51D-DE4EA22557EF}"/>
              </a:ext>
            </a:extLst>
          </p:cNvPr>
          <p:cNvGrpSpPr/>
          <p:nvPr/>
        </p:nvGrpSpPr>
        <p:grpSpPr>
          <a:xfrm>
            <a:off x="3576887" y="2604962"/>
            <a:ext cx="5909824" cy="3956476"/>
            <a:chOff x="5219548" y="2931535"/>
            <a:chExt cx="5909824" cy="39564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EF05806-CD7C-D846-89B4-DA384020AD7A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D4A9219-74F3-E840-A2DB-57AED2392034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E606F40-593A-1546-8CE4-DC2F601FA06F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C756252-CA31-B241-A1B6-EE154C7CE15A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CAD0247-0E13-A34F-8579-1994BC11B8E8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04649C7-9674-8340-BA9B-30EE2FFC4304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F6F8ED-B301-1345-8DCD-0432BD776C53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1DCFA3A-2654-E543-AB77-315A63C85DFC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428D8E-C918-594C-AD3D-A39C5C780A18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9EE6B8-8507-504C-A9FB-316863C45493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F8909E4-AA93-3947-A642-7E0B2A9AFC60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E4E6377-7B5D-B84C-A712-BD9D7B28CF2C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86DF3D9-519A-2B4A-8956-F0344D1B860A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25A2ABC-AFE2-2046-8A6F-8FCAC0E87950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E044AF1-07E3-FE43-8558-82CD6FD5DE5B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233CA02-70E5-1249-BA6F-BBE69D04746B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9524856-06A7-5944-9A50-D93BD7BFFF21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4C5EEC7-9840-6543-BF77-7672B4D518AB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C03DC6D-A982-B446-9F3F-B4141ACB86A3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2F67609-3FA0-0843-950C-0F823B454EEA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5F409A-5AC7-A448-BA7B-F66512A75177}"/>
                </a:ext>
              </a:extLst>
            </p:cNvPr>
            <p:cNvCxnSpPr>
              <a:stCxn id="5" idx="2"/>
              <a:endCxn id="6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5C87247-5688-0849-9FFF-EAC324268B9D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7E1BE93-EE06-BA49-8B47-6C1B2FEE4FA7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DA76D52-A780-BC42-89D8-BA9417C4AFA9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E8B208-EC39-0445-944C-E516B30FDF5E}"/>
                </a:ext>
              </a:extLst>
            </p:cNvPr>
            <p:cNvCxnSpPr>
              <a:cxnSpLocks/>
              <a:stCxn id="8" idx="4"/>
              <a:endCxn id="12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92FB90B-07E8-2040-ACB2-391796434CE9}"/>
                </a:ext>
              </a:extLst>
            </p:cNvPr>
            <p:cNvCxnSpPr>
              <a:cxnSpLocks/>
              <a:stCxn id="13" idx="0"/>
              <a:endCxn id="12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BBEAA9F-ED2E-7048-9738-E2CF3C7728E7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534DFC3-F9D0-EC4A-8783-8B7748FEF30F}"/>
                </a:ext>
              </a:extLst>
            </p:cNvPr>
            <p:cNvCxnSpPr>
              <a:cxnSpLocks/>
              <a:stCxn id="7" idx="6"/>
              <a:endCxn id="11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191DE6-930B-F742-83A5-7E9EDB22C7C2}"/>
                </a:ext>
              </a:extLst>
            </p:cNvPr>
            <p:cNvCxnSpPr>
              <a:cxnSpLocks/>
              <a:stCxn id="10" idx="2"/>
              <a:endCxn id="14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515C92-C1DA-7F42-A318-C9E76671FF70}"/>
                </a:ext>
              </a:extLst>
            </p:cNvPr>
            <p:cNvCxnSpPr>
              <a:cxnSpLocks/>
              <a:stCxn id="10" idx="6"/>
              <a:endCxn id="15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08AD35-9F18-5541-B4B9-A3C097A5A7DF}"/>
                </a:ext>
              </a:extLst>
            </p:cNvPr>
            <p:cNvCxnSpPr>
              <a:cxnSpLocks/>
              <a:stCxn id="11" idx="3"/>
              <a:endCxn id="17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278879-6090-634C-BA8D-75CD0F61AEDB}"/>
                </a:ext>
              </a:extLst>
            </p:cNvPr>
            <p:cNvCxnSpPr>
              <a:cxnSpLocks/>
              <a:stCxn id="11" idx="6"/>
              <a:endCxn id="18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25BFDD8-9B7A-4C4C-BDF7-13647748552E}"/>
                </a:ext>
              </a:extLst>
            </p:cNvPr>
            <p:cNvCxnSpPr>
              <a:cxnSpLocks/>
              <a:stCxn id="15" idx="4"/>
              <a:endCxn id="16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6E1D44B-00E8-0F4C-9D23-2AE3573982BE}"/>
                </a:ext>
              </a:extLst>
            </p:cNvPr>
            <p:cNvCxnSpPr>
              <a:cxnSpLocks/>
              <a:stCxn id="17" idx="4"/>
              <a:endCxn id="22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631312-71F1-D34D-BA13-0AFF7E34B174}"/>
                </a:ext>
              </a:extLst>
            </p:cNvPr>
            <p:cNvCxnSpPr>
              <a:cxnSpLocks/>
              <a:stCxn id="18" idx="4"/>
              <a:endCxn id="19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2412A52-D437-DA43-AF80-B65B123B0765}"/>
                </a:ext>
              </a:extLst>
            </p:cNvPr>
            <p:cNvCxnSpPr>
              <a:cxnSpLocks/>
              <a:stCxn id="16" idx="4"/>
              <a:endCxn id="20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20FB4BF-B37D-4C45-B7D7-82666D7D26EF}"/>
                </a:ext>
              </a:extLst>
            </p:cNvPr>
            <p:cNvCxnSpPr>
              <a:cxnSpLocks/>
              <a:stCxn id="22" idx="4"/>
              <a:endCxn id="23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348EF65-C5C3-5C42-A217-D01E0FDB9D3B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97767D7-CFFA-E845-909F-39F02DFF4FE5}"/>
                </a:ext>
              </a:extLst>
            </p:cNvPr>
            <p:cNvCxnSpPr>
              <a:cxnSpLocks/>
              <a:stCxn id="23" idx="4"/>
              <a:endCxn id="24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63C8997-C5ED-A340-B7D6-6007F01F3FF0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2528EB5-C6D3-6F46-8303-724DFEF0B549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ED388E3-7BAA-5147-B1D6-5DD37F248DC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0824903-33CE-9A43-A32A-0BEE2035126C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CCDDFCE-EFE0-F44D-B112-F27F615FE2A6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745080D-4A1D-704C-ABFC-2865357EE501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7B0DB0A-AAC9-854A-8EA6-D07347B80818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127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links corresponding to each character in the key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7862E114-FCE5-7143-BBE4-0793E4E6ECE7}"/>
              </a:ext>
            </a:extLst>
          </p:cNvPr>
          <p:cNvSpPr txBox="1"/>
          <p:nvPr/>
        </p:nvSpPr>
        <p:spPr>
          <a:xfrm>
            <a:off x="545953" y="3244334"/>
            <a:ext cx="1659429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put(“shells”, 3)</a:t>
            </a:r>
          </a:p>
        </p:txBody>
      </p:sp>
      <p:sp>
        <p:nvSpPr>
          <p:cNvPr id="6" name="Oval 5" descr="root node">
            <a:extLst>
              <a:ext uri="{FF2B5EF4-FFF2-40B4-BE49-F238E27FC236}">
                <a16:creationId xmlns:a16="http://schemas.microsoft.com/office/drawing/2014/main" id="{9317763B-B0C9-664A-B63B-50F0CD3A0D34}"/>
              </a:ext>
            </a:extLst>
          </p:cNvPr>
          <p:cNvSpPr/>
          <p:nvPr/>
        </p:nvSpPr>
        <p:spPr>
          <a:xfrm>
            <a:off x="7682784" y="2901524"/>
            <a:ext cx="318654" cy="332509"/>
          </a:xfrm>
          <a:prstGeom prst="ellipse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" name="Group 51" descr="start trie.">
            <a:extLst>
              <a:ext uri="{FF2B5EF4-FFF2-40B4-BE49-F238E27FC236}">
                <a16:creationId xmlns:a16="http://schemas.microsoft.com/office/drawing/2014/main" id="{E7E44AAD-65FE-B842-B136-42352C959584}"/>
              </a:ext>
            </a:extLst>
          </p:cNvPr>
          <p:cNvGrpSpPr/>
          <p:nvPr/>
        </p:nvGrpSpPr>
        <p:grpSpPr>
          <a:xfrm>
            <a:off x="7668930" y="3234033"/>
            <a:ext cx="318654" cy="625135"/>
            <a:chOff x="7668930" y="3234033"/>
            <a:chExt cx="318654" cy="62513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16F110A-D458-5E4A-979F-B6EA3FCCEA15}"/>
                </a:ext>
              </a:extLst>
            </p:cNvPr>
            <p:cNvSpPr/>
            <p:nvPr/>
          </p:nvSpPr>
          <p:spPr>
            <a:xfrm>
              <a:off x="7668930" y="352665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7B47638-F962-334F-A5A5-914268081310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flipH="1">
              <a:off x="7828257" y="3234033"/>
              <a:ext cx="13854" cy="29262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 descr="adding node to existing true">
            <a:extLst>
              <a:ext uri="{FF2B5EF4-FFF2-40B4-BE49-F238E27FC236}">
                <a16:creationId xmlns:a16="http://schemas.microsoft.com/office/drawing/2014/main" id="{BC803591-A960-F647-AF65-FAA82F9B5ED3}"/>
              </a:ext>
            </a:extLst>
          </p:cNvPr>
          <p:cNvGrpSpPr/>
          <p:nvPr/>
        </p:nvGrpSpPr>
        <p:grpSpPr>
          <a:xfrm>
            <a:off x="7987584" y="3692914"/>
            <a:ext cx="799628" cy="703760"/>
            <a:chOff x="7987584" y="3692914"/>
            <a:chExt cx="799628" cy="70376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6D10F51-462C-144C-8019-4AFB85323DFE}"/>
                </a:ext>
              </a:extLst>
            </p:cNvPr>
            <p:cNvSpPr/>
            <p:nvPr/>
          </p:nvSpPr>
          <p:spPr>
            <a:xfrm>
              <a:off x="8468558" y="406416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47FAD95-FDE2-9B46-AB97-C7B2D7639F48}"/>
                </a:ext>
              </a:extLst>
            </p:cNvPr>
            <p:cNvCxnSpPr>
              <a:cxnSpLocks/>
              <a:stCxn id="8" idx="6"/>
              <a:endCxn id="12" idx="1"/>
            </p:cNvCxnSpPr>
            <p:nvPr/>
          </p:nvCxnSpPr>
          <p:spPr>
            <a:xfrm>
              <a:off x="7987584" y="3692914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 descr="adding node to existing true">
            <a:extLst>
              <a:ext uri="{FF2B5EF4-FFF2-40B4-BE49-F238E27FC236}">
                <a16:creationId xmlns:a16="http://schemas.microsoft.com/office/drawing/2014/main" id="{E1C5B223-211C-5648-A728-3DA791F61247}"/>
              </a:ext>
            </a:extLst>
          </p:cNvPr>
          <p:cNvGrpSpPr/>
          <p:nvPr/>
        </p:nvGrpSpPr>
        <p:grpSpPr>
          <a:xfrm>
            <a:off x="8198125" y="4347979"/>
            <a:ext cx="318654" cy="675963"/>
            <a:chOff x="8198125" y="4347979"/>
            <a:chExt cx="318654" cy="675963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4814ACF-1515-2D4A-851F-638323DAD6A3}"/>
                </a:ext>
              </a:extLst>
            </p:cNvPr>
            <p:cNvSpPr/>
            <p:nvPr/>
          </p:nvSpPr>
          <p:spPr>
            <a:xfrm>
              <a:off x="8198125" y="469143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F64F559-C7DB-3048-8A38-25E87183B548}"/>
                </a:ext>
              </a:extLst>
            </p:cNvPr>
            <p:cNvCxnSpPr>
              <a:cxnSpLocks/>
              <a:stCxn id="12" idx="3"/>
              <a:endCxn id="18" idx="0"/>
            </p:cNvCxnSpPr>
            <p:nvPr/>
          </p:nvCxnSpPr>
          <p:spPr>
            <a:xfrm flipH="1">
              <a:off x="8357452" y="4347979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 descr="adding node to existing true">
            <a:extLst>
              <a:ext uri="{FF2B5EF4-FFF2-40B4-BE49-F238E27FC236}">
                <a16:creationId xmlns:a16="http://schemas.microsoft.com/office/drawing/2014/main" id="{905D4C0F-0380-D64D-8D98-A62AAB761A83}"/>
              </a:ext>
            </a:extLst>
          </p:cNvPr>
          <p:cNvGrpSpPr/>
          <p:nvPr/>
        </p:nvGrpSpPr>
        <p:grpSpPr>
          <a:xfrm>
            <a:off x="8225524" y="5023942"/>
            <a:ext cx="318654" cy="644122"/>
            <a:chOff x="8225524" y="5023942"/>
            <a:chExt cx="318654" cy="644122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EA62732-9ECF-6A42-91AA-EF2713304D0A}"/>
                </a:ext>
              </a:extLst>
            </p:cNvPr>
            <p:cNvSpPr/>
            <p:nvPr/>
          </p:nvSpPr>
          <p:spPr>
            <a:xfrm>
              <a:off x="8225524" y="533555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EC4937-0A19-0A44-A614-689C19370A1F}"/>
                </a:ext>
              </a:extLst>
            </p:cNvPr>
            <p:cNvCxnSpPr>
              <a:cxnSpLocks/>
              <a:stCxn id="18" idx="4"/>
              <a:endCxn id="23" idx="0"/>
            </p:cNvCxnSpPr>
            <p:nvPr/>
          </p:nvCxnSpPr>
          <p:spPr>
            <a:xfrm>
              <a:off x="8357452" y="5023942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 descr="adding node to existing true">
            <a:extLst>
              <a:ext uri="{FF2B5EF4-FFF2-40B4-BE49-F238E27FC236}">
                <a16:creationId xmlns:a16="http://schemas.microsoft.com/office/drawing/2014/main" id="{FC075940-4665-DF45-8762-AE93F3266850}"/>
              </a:ext>
            </a:extLst>
          </p:cNvPr>
          <p:cNvGrpSpPr/>
          <p:nvPr/>
        </p:nvGrpSpPr>
        <p:grpSpPr>
          <a:xfrm>
            <a:off x="8225524" y="5668064"/>
            <a:ext cx="318654" cy="595718"/>
            <a:chOff x="8225524" y="5668064"/>
            <a:chExt cx="318654" cy="59571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254DC10-229C-8E41-BFB2-31F3DF3CEF42}"/>
                </a:ext>
              </a:extLst>
            </p:cNvPr>
            <p:cNvSpPr/>
            <p:nvPr/>
          </p:nvSpPr>
          <p:spPr>
            <a:xfrm>
              <a:off x="8225524" y="593127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296C194-83BA-374E-B72F-763862EA9D5A}"/>
                </a:ext>
              </a:extLst>
            </p:cNvPr>
            <p:cNvCxnSpPr>
              <a:cxnSpLocks/>
              <a:stCxn id="23" idx="4"/>
              <a:endCxn id="24" idx="0"/>
            </p:cNvCxnSpPr>
            <p:nvPr/>
          </p:nvCxnSpPr>
          <p:spPr>
            <a:xfrm>
              <a:off x="8384851" y="5668064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 descr="adding node to existing true">
            <a:extLst>
              <a:ext uri="{FF2B5EF4-FFF2-40B4-BE49-F238E27FC236}">
                <a16:creationId xmlns:a16="http://schemas.microsoft.com/office/drawing/2014/main" id="{CB0A1D5D-17B1-FE4F-98A3-9899352F8298}"/>
              </a:ext>
            </a:extLst>
          </p:cNvPr>
          <p:cNvGrpSpPr/>
          <p:nvPr/>
        </p:nvGrpSpPr>
        <p:grpSpPr>
          <a:xfrm>
            <a:off x="8228001" y="6263782"/>
            <a:ext cx="629083" cy="594218"/>
            <a:chOff x="8228001" y="6263782"/>
            <a:chExt cx="629083" cy="59421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E7D6616-86D5-F545-8B07-741AC6AF3D65}"/>
                </a:ext>
              </a:extLst>
            </p:cNvPr>
            <p:cNvSpPr/>
            <p:nvPr/>
          </p:nvSpPr>
          <p:spPr>
            <a:xfrm>
              <a:off x="8228001" y="649710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AC08B68-F6A3-BA47-A815-2E835267DF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8384851" y="6263782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1893364-B89E-5842-A30E-6B3B1BFED359}"/>
                </a:ext>
              </a:extLst>
            </p:cNvPr>
            <p:cNvSpPr txBox="1"/>
            <p:nvPr/>
          </p:nvSpPr>
          <p:spPr>
            <a:xfrm>
              <a:off x="8544178" y="6488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727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links corresponding to each character in the key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7862E114-FCE5-7143-BBE4-0793E4E6ECE7}"/>
              </a:ext>
            </a:extLst>
          </p:cNvPr>
          <p:cNvSpPr txBox="1"/>
          <p:nvPr/>
        </p:nvSpPr>
        <p:spPr>
          <a:xfrm>
            <a:off x="545953" y="3244334"/>
            <a:ext cx="1531188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put(“sells”, 1)</a:t>
            </a:r>
          </a:p>
        </p:txBody>
      </p:sp>
      <p:grpSp>
        <p:nvGrpSpPr>
          <p:cNvPr id="53" name="Group 52" descr="adding node to existing true">
            <a:extLst>
              <a:ext uri="{FF2B5EF4-FFF2-40B4-BE49-F238E27FC236}">
                <a16:creationId xmlns:a16="http://schemas.microsoft.com/office/drawing/2014/main" id="{6C27C929-C3E2-8D48-A8C8-BC4AE0E39B8A}"/>
              </a:ext>
            </a:extLst>
          </p:cNvPr>
          <p:cNvGrpSpPr/>
          <p:nvPr/>
        </p:nvGrpSpPr>
        <p:grpSpPr>
          <a:xfrm>
            <a:off x="6607863" y="3692914"/>
            <a:ext cx="1061067" cy="703760"/>
            <a:chOff x="6607863" y="3692914"/>
            <a:chExt cx="1061067" cy="70376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492D568-C223-B048-9AD4-8CC2DE0E1405}"/>
                </a:ext>
              </a:extLst>
            </p:cNvPr>
            <p:cNvSpPr/>
            <p:nvPr/>
          </p:nvSpPr>
          <p:spPr>
            <a:xfrm>
              <a:off x="6607863" y="406416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11DAE3-46A8-2344-8022-67E12D76BD22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flipH="1">
              <a:off x="6767190" y="3692914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 descr="adding node to existing true">
            <a:extLst>
              <a:ext uri="{FF2B5EF4-FFF2-40B4-BE49-F238E27FC236}">
                <a16:creationId xmlns:a16="http://schemas.microsoft.com/office/drawing/2014/main" id="{565752B5-01AF-A847-AD45-3E745AD5FFD1}"/>
              </a:ext>
            </a:extLst>
          </p:cNvPr>
          <p:cNvGrpSpPr/>
          <p:nvPr/>
        </p:nvGrpSpPr>
        <p:grpSpPr>
          <a:xfrm>
            <a:off x="6926517" y="4230420"/>
            <a:ext cx="418361" cy="793524"/>
            <a:chOff x="6926517" y="4230420"/>
            <a:chExt cx="418361" cy="79352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4A86C9-2CF1-7B4A-8E0D-B172612625ED}"/>
                </a:ext>
              </a:extLst>
            </p:cNvPr>
            <p:cNvSpPr/>
            <p:nvPr/>
          </p:nvSpPr>
          <p:spPr>
            <a:xfrm>
              <a:off x="7026224" y="469143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3530E6-4BF6-614E-A8C8-7868C6D43915}"/>
                </a:ext>
              </a:extLst>
            </p:cNvPr>
            <p:cNvCxnSpPr>
              <a:cxnSpLocks/>
              <a:stCxn id="11" idx="6"/>
              <a:endCxn id="16" idx="0"/>
            </p:cNvCxnSpPr>
            <p:nvPr/>
          </p:nvCxnSpPr>
          <p:spPr>
            <a:xfrm>
              <a:off x="6926517" y="4230420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 descr="adding node to existing true">
            <a:extLst>
              <a:ext uri="{FF2B5EF4-FFF2-40B4-BE49-F238E27FC236}">
                <a16:creationId xmlns:a16="http://schemas.microsoft.com/office/drawing/2014/main" id="{5B13010B-1CCA-6C41-8909-223FB4DF1A3F}"/>
              </a:ext>
            </a:extLst>
          </p:cNvPr>
          <p:cNvGrpSpPr/>
          <p:nvPr/>
        </p:nvGrpSpPr>
        <p:grpSpPr>
          <a:xfrm>
            <a:off x="7026224" y="5023944"/>
            <a:ext cx="318654" cy="644121"/>
            <a:chOff x="7026224" y="5023944"/>
            <a:chExt cx="318654" cy="64412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29CD4C7-96EA-5340-825E-C95AE636BA30}"/>
                </a:ext>
              </a:extLst>
            </p:cNvPr>
            <p:cNvSpPr/>
            <p:nvPr/>
          </p:nvSpPr>
          <p:spPr>
            <a:xfrm>
              <a:off x="7026224" y="533555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843073B-0DA8-9A46-91E1-D57CD4B779F0}"/>
                </a:ext>
              </a:extLst>
            </p:cNvPr>
            <p:cNvCxnSpPr>
              <a:cxnSpLocks/>
              <a:stCxn id="16" idx="4"/>
              <a:endCxn id="17" idx="0"/>
            </p:cNvCxnSpPr>
            <p:nvPr/>
          </p:nvCxnSpPr>
          <p:spPr>
            <a:xfrm>
              <a:off x="7185551" y="5023944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 descr="adding node to existing true">
            <a:extLst>
              <a:ext uri="{FF2B5EF4-FFF2-40B4-BE49-F238E27FC236}">
                <a16:creationId xmlns:a16="http://schemas.microsoft.com/office/drawing/2014/main" id="{22E3368E-39E4-4B4F-854B-F261C06880BE}"/>
              </a:ext>
            </a:extLst>
          </p:cNvPr>
          <p:cNvGrpSpPr/>
          <p:nvPr/>
        </p:nvGrpSpPr>
        <p:grpSpPr>
          <a:xfrm>
            <a:off x="7668930" y="2901524"/>
            <a:ext cx="1188154" cy="3956476"/>
            <a:chOff x="7668930" y="2901524"/>
            <a:chExt cx="1188154" cy="395647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F7515E3-CC86-AA4E-919F-98D0F78BE735}"/>
                </a:ext>
              </a:extLst>
            </p:cNvPr>
            <p:cNvSpPr/>
            <p:nvPr/>
          </p:nvSpPr>
          <p:spPr>
            <a:xfrm>
              <a:off x="7682784" y="2901524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B6344D-C5F4-624E-9F36-FB0247B57933}"/>
                </a:ext>
              </a:extLst>
            </p:cNvPr>
            <p:cNvSpPr/>
            <p:nvPr/>
          </p:nvSpPr>
          <p:spPr>
            <a:xfrm>
              <a:off x="7668930" y="3526659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77F9C9-6699-D14C-810A-3B7C03A1B4E2}"/>
                </a:ext>
              </a:extLst>
            </p:cNvPr>
            <p:cNvSpPr/>
            <p:nvPr/>
          </p:nvSpPr>
          <p:spPr>
            <a:xfrm>
              <a:off x="8468558" y="406416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F1D12BF-B75C-9248-9B6A-2DB910CE1A20}"/>
                </a:ext>
              </a:extLst>
            </p:cNvPr>
            <p:cNvSpPr/>
            <p:nvPr/>
          </p:nvSpPr>
          <p:spPr>
            <a:xfrm>
              <a:off x="8198125" y="469143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9650C54-932C-3E4C-8CD4-AB86E115CA45}"/>
                </a:ext>
              </a:extLst>
            </p:cNvPr>
            <p:cNvSpPr/>
            <p:nvPr/>
          </p:nvSpPr>
          <p:spPr>
            <a:xfrm>
              <a:off x="8225524" y="533555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5A5558-92F2-C34A-A6A0-C84EA60F0959}"/>
                </a:ext>
              </a:extLst>
            </p:cNvPr>
            <p:cNvSpPr/>
            <p:nvPr/>
          </p:nvSpPr>
          <p:spPr>
            <a:xfrm>
              <a:off x="8225524" y="593127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2578041-096D-2640-B3CB-DFD24079F454}"/>
                </a:ext>
              </a:extLst>
            </p:cNvPr>
            <p:cNvSpPr/>
            <p:nvPr/>
          </p:nvSpPr>
          <p:spPr>
            <a:xfrm>
              <a:off x="8228001" y="649710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071A0B-A94D-2842-81F1-B3704BBBF0B5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flipH="1">
              <a:off x="7828257" y="3234033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A4E19DF-8C0D-C445-A1BE-0B17E68FA009}"/>
                </a:ext>
              </a:extLst>
            </p:cNvPr>
            <p:cNvCxnSpPr>
              <a:cxnSpLocks/>
              <a:stCxn id="8" idx="6"/>
              <a:endCxn id="12" idx="1"/>
            </p:cNvCxnSpPr>
            <p:nvPr/>
          </p:nvCxnSpPr>
          <p:spPr>
            <a:xfrm>
              <a:off x="7987584" y="3692914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0D1FDB0-B779-F64B-98C6-63F407C48B27}"/>
                </a:ext>
              </a:extLst>
            </p:cNvPr>
            <p:cNvCxnSpPr>
              <a:cxnSpLocks/>
              <a:stCxn id="12" idx="3"/>
              <a:endCxn id="18" idx="0"/>
            </p:cNvCxnSpPr>
            <p:nvPr/>
          </p:nvCxnSpPr>
          <p:spPr>
            <a:xfrm flipH="1">
              <a:off x="8357452" y="4347979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C17475E-C4DB-9942-B5B7-FB8A3AEC67A8}"/>
                </a:ext>
              </a:extLst>
            </p:cNvPr>
            <p:cNvCxnSpPr>
              <a:cxnSpLocks/>
              <a:stCxn id="18" idx="4"/>
              <a:endCxn id="23" idx="0"/>
            </p:cNvCxnSpPr>
            <p:nvPr/>
          </p:nvCxnSpPr>
          <p:spPr>
            <a:xfrm>
              <a:off x="8357452" y="5023942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3848AA6-37F7-E946-855F-227F1EC38E15}"/>
                </a:ext>
              </a:extLst>
            </p:cNvPr>
            <p:cNvCxnSpPr>
              <a:cxnSpLocks/>
              <a:stCxn id="23" idx="4"/>
              <a:endCxn id="24" idx="0"/>
            </p:cNvCxnSpPr>
            <p:nvPr/>
          </p:nvCxnSpPr>
          <p:spPr>
            <a:xfrm>
              <a:off x="8384851" y="5668064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D3C9AFA-012E-104C-B962-4FF73F9F1F3E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8384851" y="6263782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EA36557-EDEA-544E-B346-10ECD67D1150}"/>
                </a:ext>
              </a:extLst>
            </p:cNvPr>
            <p:cNvSpPr txBox="1"/>
            <p:nvPr/>
          </p:nvSpPr>
          <p:spPr>
            <a:xfrm>
              <a:off x="8544178" y="6488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56" name="Group 55" descr="adding node to existing true">
            <a:extLst>
              <a:ext uri="{FF2B5EF4-FFF2-40B4-BE49-F238E27FC236}">
                <a16:creationId xmlns:a16="http://schemas.microsoft.com/office/drawing/2014/main" id="{E0F1BA9A-25C1-ED48-B6B7-067EE1E45FCF}"/>
              </a:ext>
            </a:extLst>
          </p:cNvPr>
          <p:cNvGrpSpPr/>
          <p:nvPr/>
        </p:nvGrpSpPr>
        <p:grpSpPr>
          <a:xfrm>
            <a:off x="7026224" y="5668065"/>
            <a:ext cx="625198" cy="632539"/>
            <a:chOff x="7026224" y="5668065"/>
            <a:chExt cx="625198" cy="63253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28AFCD9-9273-8247-BC88-6501A31E842D}"/>
                </a:ext>
              </a:extLst>
            </p:cNvPr>
            <p:cNvSpPr/>
            <p:nvPr/>
          </p:nvSpPr>
          <p:spPr>
            <a:xfrm>
              <a:off x="7026224" y="593127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065C920-5A34-2741-B4DF-FFED94946E34}"/>
                </a:ext>
              </a:extLst>
            </p:cNvPr>
            <p:cNvCxnSpPr>
              <a:cxnSpLocks/>
              <a:stCxn id="17" idx="4"/>
              <a:endCxn id="21" idx="0"/>
            </p:cNvCxnSpPr>
            <p:nvPr/>
          </p:nvCxnSpPr>
          <p:spPr>
            <a:xfrm>
              <a:off x="7185551" y="5668065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C71821D-F379-DD4F-A5CF-2CA1C2E0D54A}"/>
                </a:ext>
              </a:extLst>
            </p:cNvPr>
            <p:cNvSpPr txBox="1"/>
            <p:nvPr/>
          </p:nvSpPr>
          <p:spPr>
            <a:xfrm>
              <a:off x="7307963" y="5931272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947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links corresponding to each character in the key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7862E114-FCE5-7143-BBE4-0793E4E6ECE7}"/>
              </a:ext>
            </a:extLst>
          </p:cNvPr>
          <p:cNvSpPr txBox="1"/>
          <p:nvPr/>
        </p:nvSpPr>
        <p:spPr>
          <a:xfrm>
            <a:off x="545953" y="3244334"/>
            <a:ext cx="144142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put(“sea”, 9)</a:t>
            </a:r>
          </a:p>
        </p:txBody>
      </p:sp>
      <p:grpSp>
        <p:nvGrpSpPr>
          <p:cNvPr id="52" name="Group 51" descr="starting true">
            <a:extLst>
              <a:ext uri="{FF2B5EF4-FFF2-40B4-BE49-F238E27FC236}">
                <a16:creationId xmlns:a16="http://schemas.microsoft.com/office/drawing/2014/main" id="{E964571E-AA3B-7442-ACC7-0822E7752C85}"/>
              </a:ext>
            </a:extLst>
          </p:cNvPr>
          <p:cNvGrpSpPr/>
          <p:nvPr/>
        </p:nvGrpSpPr>
        <p:grpSpPr>
          <a:xfrm>
            <a:off x="6607863" y="2901524"/>
            <a:ext cx="2249221" cy="3956476"/>
            <a:chOff x="6607863" y="2901524"/>
            <a:chExt cx="2249221" cy="395647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ADCCE7F-337C-404B-9866-ACE41DBD3A91}"/>
                </a:ext>
              </a:extLst>
            </p:cNvPr>
            <p:cNvSpPr/>
            <p:nvPr/>
          </p:nvSpPr>
          <p:spPr>
            <a:xfrm>
              <a:off x="7682784" y="2901524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B487430-6BE2-864D-8156-569508899A40}"/>
                </a:ext>
              </a:extLst>
            </p:cNvPr>
            <p:cNvSpPr/>
            <p:nvPr/>
          </p:nvSpPr>
          <p:spPr>
            <a:xfrm>
              <a:off x="7668930" y="3526659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262EC58-5FEB-F34D-9F84-4447CF09579B}"/>
                </a:ext>
              </a:extLst>
            </p:cNvPr>
            <p:cNvSpPr/>
            <p:nvPr/>
          </p:nvSpPr>
          <p:spPr>
            <a:xfrm>
              <a:off x="6607863" y="406416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5D766BA-2A45-D448-807E-C6C8D5950F85}"/>
                </a:ext>
              </a:extLst>
            </p:cNvPr>
            <p:cNvSpPr/>
            <p:nvPr/>
          </p:nvSpPr>
          <p:spPr>
            <a:xfrm>
              <a:off x="8468558" y="406416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606DC46-D999-4743-B6A5-A18A6BF38857}"/>
                </a:ext>
              </a:extLst>
            </p:cNvPr>
            <p:cNvSpPr/>
            <p:nvPr/>
          </p:nvSpPr>
          <p:spPr>
            <a:xfrm>
              <a:off x="7026224" y="469143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5CC5F13-3556-1A45-A6B5-AA2BB9DCC143}"/>
                </a:ext>
              </a:extLst>
            </p:cNvPr>
            <p:cNvSpPr/>
            <p:nvPr/>
          </p:nvSpPr>
          <p:spPr>
            <a:xfrm>
              <a:off x="7026224" y="533555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89F5175-BBD9-5F4E-95B8-67DB4AB316E3}"/>
                </a:ext>
              </a:extLst>
            </p:cNvPr>
            <p:cNvSpPr/>
            <p:nvPr/>
          </p:nvSpPr>
          <p:spPr>
            <a:xfrm>
              <a:off x="8198125" y="469143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228A9C1-60D5-C740-9C80-D91FABD0D42A}"/>
                </a:ext>
              </a:extLst>
            </p:cNvPr>
            <p:cNvSpPr/>
            <p:nvPr/>
          </p:nvSpPr>
          <p:spPr>
            <a:xfrm>
              <a:off x="7026224" y="593127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70466C4-06EC-9F45-AB29-D568E20FF5F8}"/>
                </a:ext>
              </a:extLst>
            </p:cNvPr>
            <p:cNvSpPr/>
            <p:nvPr/>
          </p:nvSpPr>
          <p:spPr>
            <a:xfrm>
              <a:off x="8225524" y="533555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B4C9FCC-6715-0447-AF02-81D7F959088D}"/>
                </a:ext>
              </a:extLst>
            </p:cNvPr>
            <p:cNvSpPr/>
            <p:nvPr/>
          </p:nvSpPr>
          <p:spPr>
            <a:xfrm>
              <a:off x="8225524" y="593127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18B17B-7B14-B94F-92E8-E94B10DC116F}"/>
                </a:ext>
              </a:extLst>
            </p:cNvPr>
            <p:cNvSpPr/>
            <p:nvPr/>
          </p:nvSpPr>
          <p:spPr>
            <a:xfrm>
              <a:off x="8228001" y="649710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647E1AA-9434-FB44-8F18-401A2AEB2DC0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flipH="1">
              <a:off x="7828257" y="3234033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61BE44F-D943-434E-A379-9C0EC6ECA6AB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flipH="1">
              <a:off x="6767190" y="3692914"/>
              <a:ext cx="901740" cy="37125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3B5DB7E-62F0-1944-8D60-86533F73EE23}"/>
                </a:ext>
              </a:extLst>
            </p:cNvPr>
            <p:cNvCxnSpPr>
              <a:cxnSpLocks/>
              <a:stCxn id="8" idx="6"/>
              <a:endCxn id="12" idx="1"/>
            </p:cNvCxnSpPr>
            <p:nvPr/>
          </p:nvCxnSpPr>
          <p:spPr>
            <a:xfrm>
              <a:off x="7987584" y="3692914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51D4943-572F-C740-B5EF-7773FB7F693F}"/>
                </a:ext>
              </a:extLst>
            </p:cNvPr>
            <p:cNvCxnSpPr>
              <a:cxnSpLocks/>
              <a:stCxn id="11" idx="6"/>
              <a:endCxn id="16" idx="0"/>
            </p:cNvCxnSpPr>
            <p:nvPr/>
          </p:nvCxnSpPr>
          <p:spPr>
            <a:xfrm>
              <a:off x="6926517" y="4230420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BA8B00-3577-074D-AD13-765AB8253F54}"/>
                </a:ext>
              </a:extLst>
            </p:cNvPr>
            <p:cNvCxnSpPr>
              <a:cxnSpLocks/>
              <a:stCxn id="12" idx="3"/>
              <a:endCxn id="18" idx="0"/>
            </p:cNvCxnSpPr>
            <p:nvPr/>
          </p:nvCxnSpPr>
          <p:spPr>
            <a:xfrm flipH="1">
              <a:off x="8357452" y="4347979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AE11314-ABD9-2C43-B775-AC35E235E96E}"/>
                </a:ext>
              </a:extLst>
            </p:cNvPr>
            <p:cNvCxnSpPr>
              <a:cxnSpLocks/>
              <a:stCxn id="16" idx="4"/>
              <a:endCxn id="17" idx="0"/>
            </p:cNvCxnSpPr>
            <p:nvPr/>
          </p:nvCxnSpPr>
          <p:spPr>
            <a:xfrm>
              <a:off x="7185551" y="5023944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F7B04C6-9374-5643-930F-EFF40484679E}"/>
                </a:ext>
              </a:extLst>
            </p:cNvPr>
            <p:cNvCxnSpPr>
              <a:cxnSpLocks/>
              <a:stCxn id="18" idx="4"/>
              <a:endCxn id="23" idx="0"/>
            </p:cNvCxnSpPr>
            <p:nvPr/>
          </p:nvCxnSpPr>
          <p:spPr>
            <a:xfrm>
              <a:off x="8357452" y="5023942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A0A3C9A-EF77-224B-A5F5-8D8FDF5D9044}"/>
                </a:ext>
              </a:extLst>
            </p:cNvPr>
            <p:cNvCxnSpPr>
              <a:cxnSpLocks/>
              <a:stCxn id="17" idx="4"/>
              <a:endCxn id="21" idx="0"/>
            </p:cNvCxnSpPr>
            <p:nvPr/>
          </p:nvCxnSpPr>
          <p:spPr>
            <a:xfrm>
              <a:off x="7185551" y="5668065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746DAF0-7151-C34E-99CB-A24A4EACE7FF}"/>
                </a:ext>
              </a:extLst>
            </p:cNvPr>
            <p:cNvCxnSpPr>
              <a:cxnSpLocks/>
              <a:stCxn id="23" idx="4"/>
              <a:endCxn id="24" idx="0"/>
            </p:cNvCxnSpPr>
            <p:nvPr/>
          </p:nvCxnSpPr>
          <p:spPr>
            <a:xfrm>
              <a:off x="8384851" y="5668064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63760DC-0302-1B44-93A4-2019196726FE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8384851" y="6263782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4A53C2A-6819-D54D-A2EC-BC4E1AFE8106}"/>
                </a:ext>
              </a:extLst>
            </p:cNvPr>
            <p:cNvSpPr txBox="1"/>
            <p:nvPr/>
          </p:nvSpPr>
          <p:spPr>
            <a:xfrm>
              <a:off x="8544178" y="6488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83566F-F4F6-914F-A68C-0C38E5B64C9A}"/>
                </a:ext>
              </a:extLst>
            </p:cNvPr>
            <p:cNvSpPr txBox="1"/>
            <p:nvPr/>
          </p:nvSpPr>
          <p:spPr>
            <a:xfrm>
              <a:off x="7307963" y="5931272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53" name="Group 52" descr="adding node to existing true">
            <a:extLst>
              <a:ext uri="{FF2B5EF4-FFF2-40B4-BE49-F238E27FC236}">
                <a16:creationId xmlns:a16="http://schemas.microsoft.com/office/drawing/2014/main" id="{6CB58BFF-6F42-2E4D-AFA2-C48126F5C92B}"/>
              </a:ext>
            </a:extLst>
          </p:cNvPr>
          <p:cNvGrpSpPr/>
          <p:nvPr/>
        </p:nvGrpSpPr>
        <p:grpSpPr>
          <a:xfrm>
            <a:off x="6117236" y="4230420"/>
            <a:ext cx="569052" cy="821321"/>
            <a:chOff x="6117236" y="4230420"/>
            <a:chExt cx="569052" cy="82132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3FA54DD-BB65-EC42-A5CD-3FBA30FC6A56}"/>
                </a:ext>
              </a:extLst>
            </p:cNvPr>
            <p:cNvSpPr/>
            <p:nvPr/>
          </p:nvSpPr>
          <p:spPr>
            <a:xfrm>
              <a:off x="6117236" y="469143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0D24F97-68BD-9C45-8AF5-5EF6B684EE41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 flipH="1">
              <a:off x="6276563" y="4230420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76B9E7F-B980-4448-A20E-317F22F64006}"/>
                </a:ext>
              </a:extLst>
            </p:cNvPr>
            <p:cNvSpPr txBox="1"/>
            <p:nvPr/>
          </p:nvSpPr>
          <p:spPr>
            <a:xfrm>
              <a:off x="6373382" y="468240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598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links corresponding to each character in the key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7862E114-FCE5-7143-BBE4-0793E4E6ECE7}"/>
              </a:ext>
            </a:extLst>
          </p:cNvPr>
          <p:cNvSpPr txBox="1"/>
          <p:nvPr/>
        </p:nvSpPr>
        <p:spPr>
          <a:xfrm>
            <a:off x="545953" y="3244334"/>
            <a:ext cx="144142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put(“she”, 0)</a:t>
            </a:r>
          </a:p>
        </p:txBody>
      </p:sp>
      <p:grpSp>
        <p:nvGrpSpPr>
          <p:cNvPr id="52" name="Group 51" descr="trie example with value added">
            <a:extLst>
              <a:ext uri="{FF2B5EF4-FFF2-40B4-BE49-F238E27FC236}">
                <a16:creationId xmlns:a16="http://schemas.microsoft.com/office/drawing/2014/main" id="{F6AE57A9-6555-FC4E-B742-52837236FE9F}"/>
              </a:ext>
            </a:extLst>
          </p:cNvPr>
          <p:cNvGrpSpPr/>
          <p:nvPr/>
        </p:nvGrpSpPr>
        <p:grpSpPr>
          <a:xfrm>
            <a:off x="6117236" y="2901524"/>
            <a:ext cx="2739848" cy="3956476"/>
            <a:chOff x="6117236" y="2901524"/>
            <a:chExt cx="2739848" cy="3956476"/>
          </a:xfrm>
        </p:grpSpPr>
        <p:sp>
          <p:nvSpPr>
            <p:cNvPr id="6" name="Oval 5" descr="root node">
              <a:extLst>
                <a:ext uri="{FF2B5EF4-FFF2-40B4-BE49-F238E27FC236}">
                  <a16:creationId xmlns:a16="http://schemas.microsoft.com/office/drawing/2014/main" id="{30735255-D075-0542-8BF4-A78DEDC874F7}"/>
                </a:ext>
              </a:extLst>
            </p:cNvPr>
            <p:cNvSpPr/>
            <p:nvPr/>
          </p:nvSpPr>
          <p:spPr>
            <a:xfrm>
              <a:off x="7682784" y="2901524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93FD978-6B37-4044-81B0-10D05A493FF6}"/>
                </a:ext>
              </a:extLst>
            </p:cNvPr>
            <p:cNvSpPr/>
            <p:nvPr/>
          </p:nvSpPr>
          <p:spPr>
            <a:xfrm>
              <a:off x="7668930" y="3526659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4106F54-8D9B-444C-9356-00147C1266B1}"/>
                </a:ext>
              </a:extLst>
            </p:cNvPr>
            <p:cNvSpPr/>
            <p:nvPr/>
          </p:nvSpPr>
          <p:spPr>
            <a:xfrm>
              <a:off x="6607863" y="406416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73D8F81-1B0A-6F4C-98A9-18E6C60A986D}"/>
                </a:ext>
              </a:extLst>
            </p:cNvPr>
            <p:cNvSpPr/>
            <p:nvPr/>
          </p:nvSpPr>
          <p:spPr>
            <a:xfrm>
              <a:off x="8468558" y="406416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0010E81-E20B-804D-8CCF-57C7783BF835}"/>
                </a:ext>
              </a:extLst>
            </p:cNvPr>
            <p:cNvSpPr/>
            <p:nvPr/>
          </p:nvSpPr>
          <p:spPr>
            <a:xfrm>
              <a:off x="6117236" y="469143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256F305-8F12-5042-BBE5-E0EC1F9B28B4}"/>
                </a:ext>
              </a:extLst>
            </p:cNvPr>
            <p:cNvSpPr/>
            <p:nvPr/>
          </p:nvSpPr>
          <p:spPr>
            <a:xfrm>
              <a:off x="7026224" y="469143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36E3B5E-553A-C24E-AA15-34E838071AB2}"/>
                </a:ext>
              </a:extLst>
            </p:cNvPr>
            <p:cNvSpPr/>
            <p:nvPr/>
          </p:nvSpPr>
          <p:spPr>
            <a:xfrm>
              <a:off x="7026224" y="533555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C7E24D4-B226-4E47-8715-547ABE5ADB8F}"/>
                </a:ext>
              </a:extLst>
            </p:cNvPr>
            <p:cNvSpPr/>
            <p:nvPr/>
          </p:nvSpPr>
          <p:spPr>
            <a:xfrm>
              <a:off x="8198125" y="4691433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6DA6357-4018-4344-AACA-CB1903F13EF4}"/>
                </a:ext>
              </a:extLst>
            </p:cNvPr>
            <p:cNvSpPr/>
            <p:nvPr/>
          </p:nvSpPr>
          <p:spPr>
            <a:xfrm>
              <a:off x="7026224" y="593127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F700A0C-2E95-BA4C-ADFD-583BC85C0281}"/>
                </a:ext>
              </a:extLst>
            </p:cNvPr>
            <p:cNvSpPr/>
            <p:nvPr/>
          </p:nvSpPr>
          <p:spPr>
            <a:xfrm>
              <a:off x="8225524" y="533555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5B8C1F3-8D82-AC4B-9B00-F833DC6BD321}"/>
                </a:ext>
              </a:extLst>
            </p:cNvPr>
            <p:cNvSpPr/>
            <p:nvPr/>
          </p:nvSpPr>
          <p:spPr>
            <a:xfrm>
              <a:off x="8225524" y="593127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87260B4-9670-A54C-8DA8-AAF1A96E8FAE}"/>
                </a:ext>
              </a:extLst>
            </p:cNvPr>
            <p:cNvSpPr/>
            <p:nvPr/>
          </p:nvSpPr>
          <p:spPr>
            <a:xfrm>
              <a:off x="8228001" y="649710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9595467-706B-AB4E-8508-6184F95E6A98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flipH="1">
              <a:off x="7828257" y="3234033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F707935-CA94-1242-82C7-C8B5C5F85A8D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flipH="1">
              <a:off x="6767190" y="3692914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8F6E857-A60B-FA4D-A556-78B4830CD737}"/>
                </a:ext>
              </a:extLst>
            </p:cNvPr>
            <p:cNvCxnSpPr>
              <a:cxnSpLocks/>
              <a:stCxn id="8" idx="6"/>
              <a:endCxn id="12" idx="1"/>
            </p:cNvCxnSpPr>
            <p:nvPr/>
          </p:nvCxnSpPr>
          <p:spPr>
            <a:xfrm>
              <a:off x="7987584" y="3692914"/>
              <a:ext cx="527640" cy="4199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35E6311-2555-A84A-998D-AF520B6801FA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 flipH="1">
              <a:off x="6276563" y="4230420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A95EA91-CA26-D748-9BF1-1C9B405DE293}"/>
                </a:ext>
              </a:extLst>
            </p:cNvPr>
            <p:cNvCxnSpPr>
              <a:cxnSpLocks/>
              <a:stCxn id="11" idx="6"/>
              <a:endCxn id="16" idx="0"/>
            </p:cNvCxnSpPr>
            <p:nvPr/>
          </p:nvCxnSpPr>
          <p:spPr>
            <a:xfrm>
              <a:off x="6926517" y="4230420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E382BC0-0A91-834F-9064-779CF3482205}"/>
                </a:ext>
              </a:extLst>
            </p:cNvPr>
            <p:cNvCxnSpPr>
              <a:cxnSpLocks/>
              <a:stCxn id="12" idx="3"/>
              <a:endCxn id="18" idx="0"/>
            </p:cNvCxnSpPr>
            <p:nvPr/>
          </p:nvCxnSpPr>
          <p:spPr>
            <a:xfrm flipH="1">
              <a:off x="8357452" y="4347979"/>
              <a:ext cx="157772" cy="34345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89F1DA-E17E-6E48-B206-290E2900793E}"/>
                </a:ext>
              </a:extLst>
            </p:cNvPr>
            <p:cNvCxnSpPr>
              <a:cxnSpLocks/>
              <a:stCxn id="16" idx="4"/>
              <a:endCxn id="17" idx="0"/>
            </p:cNvCxnSpPr>
            <p:nvPr/>
          </p:nvCxnSpPr>
          <p:spPr>
            <a:xfrm>
              <a:off x="7185551" y="5023944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DE26194-9528-AD4B-AB53-A9CDB171CA2D}"/>
                </a:ext>
              </a:extLst>
            </p:cNvPr>
            <p:cNvCxnSpPr>
              <a:cxnSpLocks/>
              <a:stCxn id="18" idx="4"/>
              <a:endCxn id="23" idx="0"/>
            </p:cNvCxnSpPr>
            <p:nvPr/>
          </p:nvCxnSpPr>
          <p:spPr>
            <a:xfrm>
              <a:off x="8357452" y="5023942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2040B28-7BED-0D45-B477-5700D70B80D9}"/>
                </a:ext>
              </a:extLst>
            </p:cNvPr>
            <p:cNvCxnSpPr>
              <a:cxnSpLocks/>
              <a:stCxn id="17" idx="4"/>
              <a:endCxn id="21" idx="0"/>
            </p:cNvCxnSpPr>
            <p:nvPr/>
          </p:nvCxnSpPr>
          <p:spPr>
            <a:xfrm>
              <a:off x="7185551" y="5668065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B5ED4E5-9F8E-004B-81E3-D1AD0418AC7B}"/>
                </a:ext>
              </a:extLst>
            </p:cNvPr>
            <p:cNvCxnSpPr>
              <a:cxnSpLocks/>
              <a:stCxn id="23" idx="4"/>
              <a:endCxn id="24" idx="0"/>
            </p:cNvCxnSpPr>
            <p:nvPr/>
          </p:nvCxnSpPr>
          <p:spPr>
            <a:xfrm>
              <a:off x="8384851" y="5668064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3D77CCF-5828-764D-8A7C-80A697DD430B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8384851" y="6263782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6502EC1-154D-EF4E-8AEC-48A47F264481}"/>
                </a:ext>
              </a:extLst>
            </p:cNvPr>
            <p:cNvSpPr txBox="1"/>
            <p:nvPr/>
          </p:nvSpPr>
          <p:spPr>
            <a:xfrm>
              <a:off x="8544178" y="6488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59F8F14-E74A-3D4A-BC75-D4EFE6AB07A7}"/>
                </a:ext>
              </a:extLst>
            </p:cNvPr>
            <p:cNvSpPr txBox="1"/>
            <p:nvPr/>
          </p:nvSpPr>
          <p:spPr>
            <a:xfrm>
              <a:off x="8510193" y="468240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B142244-F9E8-A346-8878-9FDA6E434FAF}"/>
                </a:ext>
              </a:extLst>
            </p:cNvPr>
            <p:cNvSpPr txBox="1"/>
            <p:nvPr/>
          </p:nvSpPr>
          <p:spPr>
            <a:xfrm>
              <a:off x="7307963" y="5931272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37A44D9-3889-164F-9F35-1D371BBDA74F}"/>
                </a:ext>
              </a:extLst>
            </p:cNvPr>
            <p:cNvSpPr txBox="1"/>
            <p:nvPr/>
          </p:nvSpPr>
          <p:spPr>
            <a:xfrm>
              <a:off x="6373382" y="468240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9767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links corresponding to each character in the key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7862E114-FCE5-7143-BBE4-0793E4E6ECE7}"/>
              </a:ext>
            </a:extLst>
          </p:cNvPr>
          <p:cNvSpPr txBox="1"/>
          <p:nvPr/>
        </p:nvSpPr>
        <p:spPr>
          <a:xfrm>
            <a:off x="545953" y="3244334"/>
            <a:ext cx="144142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put(“sea”, 6)</a:t>
            </a:r>
          </a:p>
        </p:txBody>
      </p:sp>
      <p:grpSp>
        <p:nvGrpSpPr>
          <p:cNvPr id="54" name="Group 53" descr="trie example with key-value update">
            <a:extLst>
              <a:ext uri="{FF2B5EF4-FFF2-40B4-BE49-F238E27FC236}">
                <a16:creationId xmlns:a16="http://schemas.microsoft.com/office/drawing/2014/main" id="{39DDBD16-344E-EF4D-8731-821B29D2E2B5}"/>
              </a:ext>
            </a:extLst>
          </p:cNvPr>
          <p:cNvGrpSpPr/>
          <p:nvPr/>
        </p:nvGrpSpPr>
        <p:grpSpPr>
          <a:xfrm>
            <a:off x="6117236" y="2901524"/>
            <a:ext cx="2739848" cy="3956476"/>
            <a:chOff x="6117236" y="2901524"/>
            <a:chExt cx="2739848" cy="395647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719D625-A2CE-3247-A4AD-EF502B1A50BB}"/>
                </a:ext>
              </a:extLst>
            </p:cNvPr>
            <p:cNvSpPr/>
            <p:nvPr/>
          </p:nvSpPr>
          <p:spPr>
            <a:xfrm>
              <a:off x="7682784" y="2901524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7E06897-ECDD-4147-AE56-2468595A8E3B}"/>
                </a:ext>
              </a:extLst>
            </p:cNvPr>
            <p:cNvSpPr/>
            <p:nvPr/>
          </p:nvSpPr>
          <p:spPr>
            <a:xfrm>
              <a:off x="7668930" y="3526659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9160EF6-8409-4245-B717-AB5549DAA2D2}"/>
                </a:ext>
              </a:extLst>
            </p:cNvPr>
            <p:cNvSpPr/>
            <p:nvPr/>
          </p:nvSpPr>
          <p:spPr>
            <a:xfrm>
              <a:off x="6607863" y="406416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8D54E67-568A-EE4B-BC69-3702D9277911}"/>
                </a:ext>
              </a:extLst>
            </p:cNvPr>
            <p:cNvSpPr/>
            <p:nvPr/>
          </p:nvSpPr>
          <p:spPr>
            <a:xfrm>
              <a:off x="8468558" y="406416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62C8B3-2EFD-2A4E-8110-4CD19CD0AE2F}"/>
                </a:ext>
              </a:extLst>
            </p:cNvPr>
            <p:cNvSpPr/>
            <p:nvPr/>
          </p:nvSpPr>
          <p:spPr>
            <a:xfrm>
              <a:off x="6117236" y="46914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FB54F24-72C3-C740-BF14-02B1ABB4B7AE}"/>
                </a:ext>
              </a:extLst>
            </p:cNvPr>
            <p:cNvSpPr/>
            <p:nvPr/>
          </p:nvSpPr>
          <p:spPr>
            <a:xfrm>
              <a:off x="7026224" y="469143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217B27F-84C9-5F47-A077-320D96B9D5AB}"/>
                </a:ext>
              </a:extLst>
            </p:cNvPr>
            <p:cNvSpPr/>
            <p:nvPr/>
          </p:nvSpPr>
          <p:spPr>
            <a:xfrm>
              <a:off x="7026224" y="533555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B569503-285E-514F-8F1F-3BC2017DCC70}"/>
                </a:ext>
              </a:extLst>
            </p:cNvPr>
            <p:cNvSpPr/>
            <p:nvPr/>
          </p:nvSpPr>
          <p:spPr>
            <a:xfrm>
              <a:off x="8198125" y="469143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A321916-1C9A-584B-BF29-813249A823C6}"/>
                </a:ext>
              </a:extLst>
            </p:cNvPr>
            <p:cNvSpPr/>
            <p:nvPr/>
          </p:nvSpPr>
          <p:spPr>
            <a:xfrm>
              <a:off x="7026224" y="593127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B853B88-F3E0-1B46-86C4-36AE3BE1CAED}"/>
                </a:ext>
              </a:extLst>
            </p:cNvPr>
            <p:cNvSpPr/>
            <p:nvPr/>
          </p:nvSpPr>
          <p:spPr>
            <a:xfrm>
              <a:off x="8225524" y="533555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9E65BC9-D247-064C-8D18-192AFF8B7AB4}"/>
                </a:ext>
              </a:extLst>
            </p:cNvPr>
            <p:cNvSpPr/>
            <p:nvPr/>
          </p:nvSpPr>
          <p:spPr>
            <a:xfrm>
              <a:off x="8225524" y="593127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AACB86-3E8F-E74D-BE7B-A4CA2A86A41A}"/>
                </a:ext>
              </a:extLst>
            </p:cNvPr>
            <p:cNvSpPr/>
            <p:nvPr/>
          </p:nvSpPr>
          <p:spPr>
            <a:xfrm>
              <a:off x="8228001" y="649710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556A20A-0FC9-C541-88D3-CEF886829BD8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flipH="1">
              <a:off x="7828257" y="3234033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8BE0C68-F16E-6E42-B088-FBED2F5CED5E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flipH="1">
              <a:off x="6767190" y="3692914"/>
              <a:ext cx="901740" cy="37125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F1E65AE-D800-9843-9338-BF730AEA890F}"/>
                </a:ext>
              </a:extLst>
            </p:cNvPr>
            <p:cNvCxnSpPr>
              <a:cxnSpLocks/>
              <a:stCxn id="8" idx="6"/>
              <a:endCxn id="12" idx="1"/>
            </p:cNvCxnSpPr>
            <p:nvPr/>
          </p:nvCxnSpPr>
          <p:spPr>
            <a:xfrm>
              <a:off x="7987584" y="3692914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2A0DE2-8E8B-7246-8D24-A5B1696DC343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 flipH="1">
              <a:off x="6276563" y="4230420"/>
              <a:ext cx="331300" cy="4610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D8E6C79-EC15-4646-A4C4-D917B8FD7FC4}"/>
                </a:ext>
              </a:extLst>
            </p:cNvPr>
            <p:cNvCxnSpPr>
              <a:cxnSpLocks/>
              <a:stCxn id="11" idx="6"/>
              <a:endCxn id="16" idx="0"/>
            </p:cNvCxnSpPr>
            <p:nvPr/>
          </p:nvCxnSpPr>
          <p:spPr>
            <a:xfrm>
              <a:off x="6926517" y="4230420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A3786D8-BC66-4345-9D25-47998471FE99}"/>
                </a:ext>
              </a:extLst>
            </p:cNvPr>
            <p:cNvCxnSpPr>
              <a:cxnSpLocks/>
              <a:stCxn id="12" idx="3"/>
              <a:endCxn id="18" idx="0"/>
            </p:cNvCxnSpPr>
            <p:nvPr/>
          </p:nvCxnSpPr>
          <p:spPr>
            <a:xfrm flipH="1">
              <a:off x="8357452" y="4347979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3A31A8E-847A-5C47-B2CB-032193C723A4}"/>
                </a:ext>
              </a:extLst>
            </p:cNvPr>
            <p:cNvCxnSpPr>
              <a:cxnSpLocks/>
              <a:stCxn id="16" idx="4"/>
              <a:endCxn id="17" idx="0"/>
            </p:cNvCxnSpPr>
            <p:nvPr/>
          </p:nvCxnSpPr>
          <p:spPr>
            <a:xfrm>
              <a:off x="7185551" y="5023944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13E0531-C797-7B48-8169-F3F0361A1130}"/>
                </a:ext>
              </a:extLst>
            </p:cNvPr>
            <p:cNvCxnSpPr>
              <a:cxnSpLocks/>
              <a:stCxn id="18" idx="4"/>
              <a:endCxn id="23" idx="0"/>
            </p:cNvCxnSpPr>
            <p:nvPr/>
          </p:nvCxnSpPr>
          <p:spPr>
            <a:xfrm>
              <a:off x="8357452" y="5023942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EC92FC1-D553-6F4F-A6C6-BE665D7AD16E}"/>
                </a:ext>
              </a:extLst>
            </p:cNvPr>
            <p:cNvCxnSpPr>
              <a:cxnSpLocks/>
              <a:stCxn id="17" idx="4"/>
              <a:endCxn id="21" idx="0"/>
            </p:cNvCxnSpPr>
            <p:nvPr/>
          </p:nvCxnSpPr>
          <p:spPr>
            <a:xfrm>
              <a:off x="7185551" y="5668065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4274658-1A25-5842-B1E6-C675AF3E4D88}"/>
                </a:ext>
              </a:extLst>
            </p:cNvPr>
            <p:cNvCxnSpPr>
              <a:cxnSpLocks/>
              <a:stCxn id="23" idx="4"/>
              <a:endCxn id="24" idx="0"/>
            </p:cNvCxnSpPr>
            <p:nvPr/>
          </p:nvCxnSpPr>
          <p:spPr>
            <a:xfrm>
              <a:off x="8384851" y="5668064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C0D5EFA-0CB8-0046-98AA-A91274B9E33D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8384851" y="6263782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B6ECF4E-AA93-AF4F-B22C-67D6D7F11041}"/>
                </a:ext>
              </a:extLst>
            </p:cNvPr>
            <p:cNvSpPr txBox="1"/>
            <p:nvPr/>
          </p:nvSpPr>
          <p:spPr>
            <a:xfrm>
              <a:off x="8544178" y="64886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37F2FFE-FF3A-674D-93D2-937F483678EC}"/>
                </a:ext>
              </a:extLst>
            </p:cNvPr>
            <p:cNvSpPr txBox="1"/>
            <p:nvPr/>
          </p:nvSpPr>
          <p:spPr>
            <a:xfrm>
              <a:off x="8510193" y="468240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A7476F9-FB1A-D448-96E4-8DC4E7F0EF77}"/>
                </a:ext>
              </a:extLst>
            </p:cNvPr>
            <p:cNvSpPr txBox="1"/>
            <p:nvPr/>
          </p:nvSpPr>
          <p:spPr>
            <a:xfrm>
              <a:off x="7307963" y="5931272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7A660E5-DD8C-7D4C-A574-5569F5E15B11}"/>
                </a:ext>
              </a:extLst>
            </p:cNvPr>
            <p:cNvSpPr txBox="1"/>
            <p:nvPr/>
          </p:nvSpPr>
          <p:spPr>
            <a:xfrm>
              <a:off x="6373382" y="4682409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trike="sngStrike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7615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313404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Representation.</a:t>
            </a:r>
            <a:r>
              <a:rPr lang="en-US" dirty="0"/>
              <a:t> A </a:t>
            </a:r>
            <a:r>
              <a:rPr lang="en-US" dirty="0" err="1"/>
              <a:t>trie</a:t>
            </a:r>
            <a:r>
              <a:rPr lang="en-US" dirty="0"/>
              <a:t> node consists of:</a:t>
            </a:r>
          </a:p>
          <a:p>
            <a:pPr lvl="1"/>
            <a:r>
              <a:rPr lang="en-US" dirty="0"/>
              <a:t>a value</a:t>
            </a:r>
          </a:p>
          <a:p>
            <a:pPr lvl="1"/>
            <a:r>
              <a:rPr lang="en-US" dirty="0"/>
              <a:t>a character-indexed array of links to </a:t>
            </a:r>
            <a:r>
              <a:rPr lang="en-US" i="1" dirty="0"/>
              <a:t>R</a:t>
            </a:r>
            <a:r>
              <a:rPr lang="en-US" dirty="0"/>
              <a:t> children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i="1" dirty="0"/>
              <a:t>Note</a:t>
            </a:r>
            <a:r>
              <a:rPr lang="en-US" dirty="0"/>
              <a:t>: characters are </a:t>
            </a:r>
            <a:r>
              <a:rPr lang="en-US" i="1" dirty="0"/>
              <a:t>not</a:t>
            </a:r>
            <a:r>
              <a:rPr lang="en-US" dirty="0"/>
              <a:t> explicitly represented in a node (implicitly defined by link index instead). Keys are </a:t>
            </a:r>
            <a:r>
              <a:rPr lang="en-US" i="1" dirty="0"/>
              <a:t>not</a:t>
            </a:r>
            <a:r>
              <a:rPr lang="en-US" dirty="0"/>
              <a:t> explicitly represented either (determined by </a:t>
            </a:r>
            <a:r>
              <a:rPr lang="en-US" dirty="0" err="1"/>
              <a:t>trie</a:t>
            </a:r>
            <a:r>
              <a:rPr lang="en-US" dirty="0"/>
              <a:t>-traversal)</a:t>
            </a:r>
          </a:p>
          <a:p>
            <a:pPr lvl="1"/>
            <a:endParaRPr lang="en-US" i="1" dirty="0"/>
          </a:p>
        </p:txBody>
      </p:sp>
      <p:grpSp>
        <p:nvGrpSpPr>
          <p:cNvPr id="42" name="Group 41" descr="graphical representation of a node in a trie">
            <a:extLst>
              <a:ext uri="{FF2B5EF4-FFF2-40B4-BE49-F238E27FC236}">
                <a16:creationId xmlns:a16="http://schemas.microsoft.com/office/drawing/2014/main" id="{DEC835C5-610E-1442-9121-C66E45DD3602}"/>
              </a:ext>
            </a:extLst>
          </p:cNvPr>
          <p:cNvGrpSpPr/>
          <p:nvPr/>
        </p:nvGrpSpPr>
        <p:grpSpPr>
          <a:xfrm>
            <a:off x="1277841" y="2863122"/>
            <a:ext cx="4974372" cy="2462737"/>
            <a:chOff x="589927" y="3537679"/>
            <a:chExt cx="4974372" cy="24627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D4E236-2B99-454E-A408-316854BF9B32}"/>
                </a:ext>
              </a:extLst>
            </p:cNvPr>
            <p:cNvSpPr/>
            <p:nvPr/>
          </p:nvSpPr>
          <p:spPr>
            <a:xfrm>
              <a:off x="869430" y="3537679"/>
              <a:ext cx="1798819" cy="127416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D80928B-225F-4A4F-B2BA-B1DB8F6DFC53}"/>
                </a:ext>
              </a:extLst>
            </p:cNvPr>
            <p:cNvCxnSpPr>
              <a:stCxn id="4" idx="1"/>
              <a:endCxn id="4" idx="3"/>
            </p:cNvCxnSpPr>
            <p:nvPr/>
          </p:nvCxnSpPr>
          <p:spPr>
            <a:xfrm>
              <a:off x="869430" y="4174761"/>
              <a:ext cx="1798819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00D5BF9-C5EC-7441-9FBD-842F6FA7E4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4282" y="4174761"/>
              <a:ext cx="0" cy="63708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BBD06-3E2D-2645-8AFA-0B821380A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6642" y="4174761"/>
              <a:ext cx="0" cy="63708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4B96BFF-DC10-D14A-97A2-EF975A366B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9002" y="4174761"/>
              <a:ext cx="0" cy="63708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BBE515A-AA74-DC49-A951-1D2C1C5E9A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927" y="4620957"/>
              <a:ext cx="409515" cy="762376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C3C5FEF-272B-5A46-BD56-CF6BC5E187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282" y="4638204"/>
              <a:ext cx="276070" cy="79347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CF93040-46A6-B940-A867-01A279BCEB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21014" y="4643082"/>
              <a:ext cx="67296" cy="80584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47BCEA-2C25-B944-ADA8-313833F7BACF}"/>
                </a:ext>
              </a:extLst>
            </p:cNvPr>
            <p:cNvSpPr txBox="1"/>
            <p:nvPr/>
          </p:nvSpPr>
          <p:spPr>
            <a:xfrm>
              <a:off x="3525637" y="4165512"/>
              <a:ext cx="2038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character-indexed array of R links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FB83BE-D55E-9D4A-BAEA-B80C28B70EFF}"/>
                </a:ext>
              </a:extLst>
            </p:cNvPr>
            <p:cNvSpPr txBox="1"/>
            <p:nvPr/>
          </p:nvSpPr>
          <p:spPr>
            <a:xfrm>
              <a:off x="3525637" y="3680282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value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C5AC6D4-FAB0-7B42-80A6-87B843BF9DFF}"/>
                </a:ext>
              </a:extLst>
            </p:cNvPr>
            <p:cNvSpPr txBox="1"/>
            <p:nvPr/>
          </p:nvSpPr>
          <p:spPr>
            <a:xfrm>
              <a:off x="1735276" y="430401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AF5A6A0-474F-1145-95F9-8D705A1535C1}"/>
                </a:ext>
              </a:extLst>
            </p:cNvPr>
            <p:cNvSpPr txBox="1"/>
            <p:nvPr/>
          </p:nvSpPr>
          <p:spPr>
            <a:xfrm>
              <a:off x="1308538" y="482561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F7DF893-31C3-0046-8CFC-0E887F54647B}"/>
                </a:ext>
              </a:extLst>
            </p:cNvPr>
            <p:cNvSpPr txBox="1"/>
            <p:nvPr/>
          </p:nvSpPr>
          <p:spPr>
            <a:xfrm>
              <a:off x="2259657" y="5354085"/>
              <a:ext cx="236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 implicitly representing char </a:t>
              </a:r>
              <a:r>
                <a:rPr lang="en-US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6886CFA-3F77-264B-A1C9-799FB4B48FA7}"/>
                </a:ext>
              </a:extLst>
            </p:cNvPr>
            <p:cNvSpPr/>
            <p:nvPr/>
          </p:nvSpPr>
          <p:spPr>
            <a:xfrm>
              <a:off x="1111295" y="5462692"/>
              <a:ext cx="489390" cy="432427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6CBE00A-4EA9-304D-9507-488BC53EF5F3}"/>
                </a:ext>
              </a:extLst>
            </p:cNvPr>
            <p:cNvSpPr txBox="1"/>
            <p:nvPr/>
          </p:nvSpPr>
          <p:spPr>
            <a:xfrm>
              <a:off x="1113265" y="547994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CA129C4-C436-124C-8DD5-2F17615A6865}"/>
                </a:ext>
              </a:extLst>
            </p:cNvPr>
            <p:cNvCxnSpPr>
              <a:stCxn id="28" idx="1"/>
            </p:cNvCxnSpPr>
            <p:nvPr/>
          </p:nvCxnSpPr>
          <p:spPr>
            <a:xfrm flipH="1">
              <a:off x="2668249" y="3864948"/>
              <a:ext cx="857388" cy="1268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9BB012-BD7C-5E4B-A15E-3CDAC9EC2C16}"/>
                </a:ext>
              </a:extLst>
            </p:cNvPr>
            <p:cNvCxnSpPr/>
            <p:nvPr/>
          </p:nvCxnSpPr>
          <p:spPr>
            <a:xfrm flipH="1">
              <a:off x="2687021" y="4436438"/>
              <a:ext cx="857388" cy="1268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184D416-C1C6-FB40-B5E3-E0BA7719FB5C}"/>
                </a:ext>
              </a:extLst>
            </p:cNvPr>
            <p:cNvCxnSpPr>
              <a:cxnSpLocks/>
              <a:stCxn id="31" idx="1"/>
              <a:endCxn id="32" idx="3"/>
            </p:cNvCxnSpPr>
            <p:nvPr/>
          </p:nvCxnSpPr>
          <p:spPr>
            <a:xfrm flipH="1">
              <a:off x="1600685" y="5677251"/>
              <a:ext cx="658972" cy="165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2704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1C6404-22B8-824C-8BC1-093D17157D05}"/>
              </a:ext>
            </a:extLst>
          </p:cNvPr>
          <p:cNvSpPr txBox="1"/>
          <p:nvPr/>
        </p:nvSpPr>
        <p:spPr>
          <a:xfrm>
            <a:off x="514866" y="2029477"/>
            <a:ext cx="7096815" cy="2554545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TrieST</a:t>
            </a:r>
            <a:r>
              <a:rPr lang="en-GB" sz="1600" dirty="0">
                <a:latin typeface="Courier" pitchFamily="2" charset="0"/>
              </a:rPr>
              <a:t>: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class Node: </a:t>
            </a:r>
          </a:p>
          <a:p>
            <a:r>
              <a:rPr lang="en-GB" sz="1600" dirty="0">
                <a:latin typeface="Courier" pitchFamily="2" charset="0"/>
              </a:rPr>
              <a:t>        def __</a:t>
            </a:r>
            <a:r>
              <a:rPr lang="en-GB" sz="1600" dirty="0" err="1">
                <a:latin typeface="Courier" pitchFamily="2" charset="0"/>
              </a:rPr>
              <a:t>init</a:t>
            </a:r>
            <a:r>
              <a:rPr lang="en-GB" sz="1600" dirty="0">
                <a:latin typeface="Courier" pitchFamily="2" charset="0"/>
              </a:rPr>
              <a:t>__(self): 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self.value</a:t>
            </a:r>
            <a:r>
              <a:rPr lang="en-GB" sz="1600" dirty="0">
                <a:latin typeface="Courier" pitchFamily="2" charset="0"/>
              </a:rPr>
              <a:t> = None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self.children</a:t>
            </a:r>
            <a:r>
              <a:rPr lang="en-GB" sz="1600" dirty="0">
                <a:latin typeface="Courier" pitchFamily="2" charset="0"/>
              </a:rPr>
              <a:t> = [None for _ in range(0, R)] 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def __</a:t>
            </a:r>
            <a:r>
              <a:rPr lang="en-GB" sz="1600" dirty="0" err="1">
                <a:latin typeface="Courier" pitchFamily="2" charset="0"/>
              </a:rPr>
              <a:t>init</a:t>
            </a:r>
            <a:r>
              <a:rPr lang="en-GB" sz="1600" dirty="0">
                <a:latin typeface="Courier" pitchFamily="2" charset="0"/>
              </a:rPr>
              <a:t>__(self): 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 = Node()</a:t>
            </a:r>
          </a:p>
          <a:p>
            <a:r>
              <a:rPr lang="en-GB" sz="1600" dirty="0">
                <a:latin typeface="Courier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52655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BE1DC-4E0E-F04F-B272-17FCEA6A9E86}"/>
              </a:ext>
            </a:extLst>
          </p:cNvPr>
          <p:cNvSpPr txBox="1"/>
          <p:nvPr/>
        </p:nvSpPr>
        <p:spPr>
          <a:xfrm>
            <a:off x="514866" y="2029477"/>
            <a:ext cx="8454559" cy="4031873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…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put(self, key, value):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 = __put(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, key, value, 0)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__put(self, node, key, value, d):</a:t>
            </a:r>
          </a:p>
          <a:p>
            <a:r>
              <a:rPr lang="en-GB" sz="1600" dirty="0">
                <a:latin typeface="Courier" pitchFamily="2" charset="0"/>
              </a:rPr>
              <a:t>        if (node == None):</a:t>
            </a:r>
          </a:p>
          <a:p>
            <a:r>
              <a:rPr lang="en-GB" sz="1600" dirty="0">
                <a:latin typeface="Courier" pitchFamily="2" charset="0"/>
              </a:rPr>
              <a:t>            node = Node()</a:t>
            </a:r>
          </a:p>
          <a:p>
            <a:r>
              <a:rPr lang="en-GB" sz="1600" dirty="0">
                <a:latin typeface="Courier" pitchFamily="2" charset="0"/>
              </a:rPr>
              <a:t>        if (d == </a:t>
            </a:r>
            <a:r>
              <a:rPr lang="en-GB" sz="1600" dirty="0" err="1">
                <a:latin typeface="Courier" pitchFamily="2" charset="0"/>
              </a:rPr>
              <a:t>len</a:t>
            </a:r>
            <a:r>
              <a:rPr lang="en-GB" sz="1600" dirty="0">
                <a:latin typeface="Courier" pitchFamily="2" charset="0"/>
              </a:rPr>
              <a:t>(key)):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node.value</a:t>
            </a:r>
            <a:r>
              <a:rPr lang="en-GB" sz="1600" dirty="0">
                <a:latin typeface="Courier" pitchFamily="2" charset="0"/>
              </a:rPr>
              <a:t> = value</a:t>
            </a:r>
          </a:p>
          <a:p>
            <a:r>
              <a:rPr lang="en-GB" sz="1600" dirty="0">
                <a:latin typeface="Courier" pitchFamily="2" charset="0"/>
              </a:rPr>
              <a:t>            return node 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    c = key[d]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node.children</a:t>
            </a:r>
            <a:r>
              <a:rPr lang="en-GB" sz="1600" dirty="0">
                <a:latin typeface="Courier" pitchFamily="2" charset="0"/>
              </a:rPr>
              <a:t>[c] = __put(</a:t>
            </a:r>
            <a:r>
              <a:rPr lang="en-GB" sz="1600" dirty="0" err="1">
                <a:latin typeface="Courier" pitchFamily="2" charset="0"/>
              </a:rPr>
              <a:t>node.children</a:t>
            </a:r>
            <a:r>
              <a:rPr lang="en-GB" sz="1600" dirty="0">
                <a:latin typeface="Courier" pitchFamily="2" charset="0"/>
              </a:rPr>
              <a:t>[c], key, value, d+1)</a:t>
            </a:r>
          </a:p>
          <a:p>
            <a:r>
              <a:rPr lang="en-GB" sz="1600" dirty="0">
                <a:latin typeface="Courier" pitchFamily="2" charset="0"/>
              </a:rPr>
              <a:t>        return node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31205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BE1DC-4E0E-F04F-B272-17FCEA6A9E86}"/>
              </a:ext>
            </a:extLst>
          </p:cNvPr>
          <p:cNvSpPr txBox="1"/>
          <p:nvPr/>
        </p:nvSpPr>
        <p:spPr>
          <a:xfrm>
            <a:off x="514866" y="2029477"/>
            <a:ext cx="6109365" cy="4031873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…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get(self, key):</a:t>
            </a:r>
          </a:p>
          <a:p>
            <a:r>
              <a:rPr lang="en-GB" sz="1600" dirty="0">
                <a:latin typeface="Courier" pitchFamily="2" charset="0"/>
              </a:rPr>
              <a:t>        node = __get(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, key, 0)</a:t>
            </a:r>
          </a:p>
          <a:p>
            <a:r>
              <a:rPr lang="en-GB" sz="1600" dirty="0">
                <a:latin typeface="Courier" pitchFamily="2" charset="0"/>
              </a:rPr>
              <a:t>        if (node == None):</a:t>
            </a:r>
          </a:p>
          <a:p>
            <a:r>
              <a:rPr lang="en-GB" sz="1600" dirty="0">
                <a:latin typeface="Courier" pitchFamily="2" charset="0"/>
              </a:rPr>
              <a:t>            return None</a:t>
            </a:r>
          </a:p>
          <a:p>
            <a:r>
              <a:rPr lang="en-GB" sz="1600" dirty="0">
                <a:latin typeface="Courier" pitchFamily="2" charset="0"/>
              </a:rPr>
              <a:t>        else:</a:t>
            </a:r>
          </a:p>
          <a:p>
            <a:r>
              <a:rPr lang="en-GB" sz="1600" dirty="0">
                <a:latin typeface="Courier" pitchFamily="2" charset="0"/>
              </a:rPr>
              <a:t>            return </a:t>
            </a:r>
            <a:r>
              <a:rPr lang="en-GB" sz="1600" dirty="0" err="1">
                <a:latin typeface="Courier" pitchFamily="2" charset="0"/>
              </a:rPr>
              <a:t>node.value</a:t>
            </a:r>
            <a:endParaRPr lang="en-GB" sz="1600" dirty="0">
              <a:latin typeface="Courier" pitchFamily="2" charset="0"/>
            </a:endParaRPr>
          </a:p>
          <a:p>
            <a:endParaRPr lang="en-GB" sz="1600" dirty="0">
              <a:highlight>
                <a:srgbClr val="C0C0C0"/>
              </a:highlight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__get(self, node, key, d):</a:t>
            </a:r>
          </a:p>
          <a:p>
            <a:r>
              <a:rPr lang="en-GB" sz="1600" dirty="0">
                <a:latin typeface="Courier" pitchFamily="2" charset="0"/>
              </a:rPr>
              <a:t>        if (node == None):</a:t>
            </a:r>
          </a:p>
          <a:p>
            <a:r>
              <a:rPr lang="en-GB" sz="1600" dirty="0">
                <a:latin typeface="Courier" pitchFamily="2" charset="0"/>
              </a:rPr>
              <a:t>            return None</a:t>
            </a:r>
          </a:p>
          <a:p>
            <a:r>
              <a:rPr lang="en-GB" sz="1600" dirty="0">
                <a:latin typeface="Courier" pitchFamily="2" charset="0"/>
              </a:rPr>
              <a:t>        if (d == </a:t>
            </a:r>
            <a:r>
              <a:rPr lang="en-GB" sz="1600" dirty="0" err="1">
                <a:latin typeface="Courier" pitchFamily="2" charset="0"/>
              </a:rPr>
              <a:t>len</a:t>
            </a:r>
            <a:r>
              <a:rPr lang="en-GB" sz="1600" dirty="0">
                <a:latin typeface="Courier" pitchFamily="2" charset="0"/>
              </a:rPr>
              <a:t>(key)):</a:t>
            </a:r>
          </a:p>
          <a:p>
            <a:r>
              <a:rPr lang="en-GB" sz="1600" dirty="0">
                <a:latin typeface="Courier" pitchFamily="2" charset="0"/>
              </a:rPr>
              <a:t>            return node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    c = key[d]</a:t>
            </a:r>
          </a:p>
          <a:p>
            <a:r>
              <a:rPr lang="en-GB" sz="1600" dirty="0">
                <a:latin typeface="Courier" pitchFamily="2" charset="0"/>
              </a:rPr>
              <a:t>        return __get(</a:t>
            </a:r>
            <a:r>
              <a:rPr lang="en-GB" sz="1600" dirty="0" err="1">
                <a:latin typeface="Courier" pitchFamily="2" charset="0"/>
              </a:rPr>
              <a:t>node.children</a:t>
            </a:r>
            <a:r>
              <a:rPr lang="en-GB" sz="1600" dirty="0">
                <a:latin typeface="Courier" pitchFamily="2" charset="0"/>
              </a:rPr>
              <a:t>[c], key, d+1)</a:t>
            </a:r>
          </a:p>
        </p:txBody>
      </p:sp>
    </p:spTree>
    <p:extLst>
      <p:ext uri="{BB962C8B-B14F-4D97-AF65-F5344CB8AC3E}">
        <p14:creationId xmlns:p14="http://schemas.microsoft.com/office/powerpoint/2010/main" val="202129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Time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Search hit</a:t>
            </a:r>
            <a:r>
              <a:rPr lang="en-US" dirty="0"/>
              <a:t>. Need to examine all </a:t>
            </a:r>
            <a:r>
              <a:rPr lang="en-US" i="1" dirty="0"/>
              <a:t>L</a:t>
            </a:r>
            <a:r>
              <a:rPr lang="en-US" dirty="0"/>
              <a:t> characters in a string (linear in </a:t>
            </a:r>
            <a:r>
              <a:rPr lang="en-US" i="1" dirty="0"/>
              <a:t>L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Search miss</a:t>
            </a:r>
            <a:r>
              <a:rPr lang="en-US" dirty="0"/>
              <a:t>. On average, only a few characters examined (sublinear in </a:t>
            </a:r>
            <a:r>
              <a:rPr lang="en-US" i="1" dirty="0"/>
              <a:t>L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Space</a:t>
            </a:r>
            <a:endParaRPr lang="en-US" dirty="0"/>
          </a:p>
          <a:p>
            <a:pPr lvl="1"/>
            <a:r>
              <a:rPr lang="en-US" i="1" dirty="0"/>
              <a:t>R</a:t>
            </a:r>
            <a:r>
              <a:rPr lang="en-US" dirty="0"/>
              <a:t> null links at each leaf</a:t>
            </a:r>
          </a:p>
          <a:p>
            <a:pPr lvl="1"/>
            <a:r>
              <a:rPr lang="en-US" dirty="0"/>
              <a:t>Potentially many null links in intermediate nodes if strings do not share prefixes (sublinear space otherwise)</a:t>
            </a:r>
          </a:p>
          <a:p>
            <a:pPr lvl="1"/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Overall:</a:t>
            </a:r>
            <a:r>
              <a:rPr lang="en-US" dirty="0"/>
              <a:t> fast search, but wastes space (especially for large </a:t>
            </a:r>
            <a:r>
              <a:rPr lang="en-US" i="1" dirty="0"/>
              <a:t>R – e.</a:t>
            </a:r>
            <a:r>
              <a:rPr lang="en-US" dirty="0"/>
              <a:t>g., Unicode </a:t>
            </a:r>
            <a:r>
              <a:rPr lang="en-US" i="1" dirty="0"/>
              <a:t>R</a:t>
            </a:r>
            <a:r>
              <a:rPr lang="en-US" dirty="0"/>
              <a:t> = 2</a:t>
            </a:r>
            <a:r>
              <a:rPr lang="en-US" baseline="30000" dirty="0"/>
              <a:t>16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9441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4B2B-42A6-AB40-9BC4-CB4BFBF6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C683-7CB8-FA4F-BFE8-E3A25C25F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  <a:p>
            <a:r>
              <a:rPr lang="en-US" dirty="0">
                <a:highlight>
                  <a:srgbClr val="C0C0C0"/>
                </a:highlight>
              </a:rPr>
              <a:t>3-way Tries</a:t>
            </a:r>
          </a:p>
          <a:p>
            <a:r>
              <a:rPr lang="en-US" dirty="0"/>
              <a:t>Extended API</a:t>
            </a:r>
          </a:p>
        </p:txBody>
      </p:sp>
    </p:spTree>
    <p:extLst>
      <p:ext uri="{BB962C8B-B14F-4D97-AF65-F5344CB8AC3E}">
        <p14:creationId xmlns:p14="http://schemas.microsoft.com/office/powerpoint/2010/main" val="181652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: tree representation of symbol table</a:t>
            </a:r>
          </a:p>
          <a:p>
            <a:pPr lvl="1"/>
            <a:r>
              <a:rPr lang="en-US" dirty="0"/>
              <a:t>Each node represents (i.e., stores) one character, not full keys</a:t>
            </a:r>
          </a:p>
          <a:p>
            <a:pPr lvl="1"/>
            <a:r>
              <a:rPr lang="en-US" dirty="0"/>
              <a:t>Each node has </a:t>
            </a:r>
            <a:r>
              <a:rPr lang="en-US" b="1" dirty="0">
                <a:solidFill>
                  <a:schemeClr val="accent5"/>
                </a:solidFill>
              </a:rPr>
              <a:t>exactly 3 children</a:t>
            </a:r>
            <a:r>
              <a:rPr lang="en-US" dirty="0"/>
              <a:t>: smaller (left), equal (middle), larger (right)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50EF21-08B4-D841-A0F5-CF5EA462D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670841"/>
              </p:ext>
            </p:extLst>
          </p:nvPr>
        </p:nvGraphicFramePr>
        <p:xfrm>
          <a:off x="215407" y="3387209"/>
          <a:ext cx="1639456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728">
                  <a:extLst>
                    <a:ext uri="{9D8B030D-6E8A-4147-A177-3AD203B41FA5}">
                      <a16:colId xmlns:a16="http://schemas.microsoft.com/office/drawing/2014/main" val="3515541699"/>
                    </a:ext>
                  </a:extLst>
                </a:gridCol>
                <a:gridCol w="819728">
                  <a:extLst>
                    <a:ext uri="{9D8B030D-6E8A-4147-A177-3AD203B41FA5}">
                      <a16:colId xmlns:a16="http://schemas.microsoft.com/office/drawing/2014/main" val="3170257131"/>
                    </a:ext>
                  </a:extLst>
                </a:gridCol>
              </a:tblGrid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94600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868948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664401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888347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029440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shells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100517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909628"/>
                  </a:ext>
                </a:extLst>
              </a:tr>
              <a:tr h="310092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675224"/>
                  </a:ext>
                </a:extLst>
              </a:tr>
            </a:tbl>
          </a:graphicData>
        </a:graphic>
      </p:graphicFrame>
      <p:grpSp>
        <p:nvGrpSpPr>
          <p:cNvPr id="181" name="Group 180" descr="R-way trie representation of example symbol table">
            <a:extLst>
              <a:ext uri="{FF2B5EF4-FFF2-40B4-BE49-F238E27FC236}">
                <a16:creationId xmlns:a16="http://schemas.microsoft.com/office/drawing/2014/main" id="{CBED6166-2B76-5241-8113-5A0CFBC12FAA}"/>
              </a:ext>
            </a:extLst>
          </p:cNvPr>
          <p:cNvGrpSpPr/>
          <p:nvPr/>
        </p:nvGrpSpPr>
        <p:grpSpPr>
          <a:xfrm>
            <a:off x="2629121" y="3343562"/>
            <a:ext cx="4136877" cy="3387967"/>
            <a:chOff x="2629121" y="3343562"/>
            <a:chExt cx="4136877" cy="3387967"/>
          </a:xfrm>
        </p:grpSpPr>
        <p:grpSp>
          <p:nvGrpSpPr>
            <p:cNvPr id="5" name="Group 4" descr="trie example">
              <a:extLst>
                <a:ext uri="{FF2B5EF4-FFF2-40B4-BE49-F238E27FC236}">
                  <a16:creationId xmlns:a16="http://schemas.microsoft.com/office/drawing/2014/main" id="{D5B52812-74B8-C84F-8310-44BA96B79B6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29121" y="3343562"/>
              <a:ext cx="4136877" cy="2769533"/>
              <a:chOff x="5219548" y="2931535"/>
              <a:chExt cx="5909824" cy="3956476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A1C8A16-52CC-174A-85EB-79397A0277DE}"/>
                  </a:ext>
                </a:extLst>
              </p:cNvPr>
              <p:cNvSpPr/>
              <p:nvPr/>
            </p:nvSpPr>
            <p:spPr>
              <a:xfrm>
                <a:off x="7706508" y="2931535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D66A386-CA61-D246-9143-70CB2319BE06}"/>
                  </a:ext>
                </a:extLst>
              </p:cNvPr>
              <p:cNvSpPr/>
              <p:nvPr/>
            </p:nvSpPr>
            <p:spPr>
              <a:xfrm>
                <a:off x="5227380" y="3559402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6E8E81E-1606-5646-AB9B-EED76595C59E}"/>
                  </a:ext>
                </a:extLst>
              </p:cNvPr>
              <p:cNvSpPr/>
              <p:nvPr/>
            </p:nvSpPr>
            <p:spPr>
              <a:xfrm>
                <a:off x="7692654" y="3556670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4EE7EBA-C556-EF48-A8DE-97E1DDFF1AFD}"/>
                  </a:ext>
                </a:extLst>
              </p:cNvPr>
              <p:cNvSpPr/>
              <p:nvPr/>
            </p:nvSpPr>
            <p:spPr>
              <a:xfrm>
                <a:off x="10483127" y="3556669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D5E2417-20EB-9C4C-96FE-E4C7B44750B4}"/>
                  </a:ext>
                </a:extLst>
              </p:cNvPr>
              <p:cNvSpPr/>
              <p:nvPr/>
            </p:nvSpPr>
            <p:spPr>
              <a:xfrm>
                <a:off x="5219548" y="409417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95E487B-D16C-994F-96C5-9E5F3B6EAED6}"/>
                  </a:ext>
                </a:extLst>
              </p:cNvPr>
              <p:cNvSpPr/>
              <p:nvPr/>
            </p:nvSpPr>
            <p:spPr>
              <a:xfrm>
                <a:off x="6631587" y="409417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0793D46-8ADE-DF4C-BF6A-1CEFE10CFF97}"/>
                  </a:ext>
                </a:extLst>
              </p:cNvPr>
              <p:cNvSpPr/>
              <p:nvPr/>
            </p:nvSpPr>
            <p:spPr>
              <a:xfrm>
                <a:off x="8492282" y="409417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86AFBBC-4F6D-364B-B288-D5D7A388E652}"/>
                  </a:ext>
                </a:extLst>
              </p:cNvPr>
              <p:cNvSpPr/>
              <p:nvPr/>
            </p:nvSpPr>
            <p:spPr>
              <a:xfrm>
                <a:off x="10499892" y="4098088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53C3FF5-A131-374A-8268-7E5E5C061E1B}"/>
                  </a:ext>
                </a:extLst>
              </p:cNvPr>
              <p:cNvSpPr/>
              <p:nvPr/>
            </p:nvSpPr>
            <p:spPr>
              <a:xfrm>
                <a:off x="10497415" y="4758340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25436ED-04FE-3C4D-B854-7399BC4170FB}"/>
                  </a:ext>
                </a:extLst>
              </p:cNvPr>
              <p:cNvSpPr/>
              <p:nvPr/>
            </p:nvSpPr>
            <p:spPr>
              <a:xfrm>
                <a:off x="6140960" y="472144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1C9F551-0649-924C-97B9-F3A3A83628A8}"/>
                  </a:ext>
                </a:extLst>
              </p:cNvPr>
              <p:cNvSpPr/>
              <p:nvPr/>
            </p:nvSpPr>
            <p:spPr>
              <a:xfrm>
                <a:off x="7049948" y="472144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17B12E9-BC92-B640-8478-E0B85B225B03}"/>
                  </a:ext>
                </a:extLst>
              </p:cNvPr>
              <p:cNvSpPr/>
              <p:nvPr/>
            </p:nvSpPr>
            <p:spPr>
              <a:xfrm>
                <a:off x="7049948" y="5365567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20F37B5-D35F-114F-AA79-2E9A29FBB013}"/>
                  </a:ext>
                </a:extLst>
              </p:cNvPr>
              <p:cNvSpPr/>
              <p:nvPr/>
            </p:nvSpPr>
            <p:spPr>
              <a:xfrm>
                <a:off x="8221849" y="4721444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4DEA7C-E297-7740-861B-9044E9CC526C}"/>
                  </a:ext>
                </a:extLst>
              </p:cNvPr>
              <p:cNvSpPr/>
              <p:nvPr/>
            </p:nvSpPr>
            <p:spPr>
              <a:xfrm>
                <a:off x="9192807" y="4721444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4F88308-E683-FC42-ADF9-EA9661F78051}"/>
                  </a:ext>
                </a:extLst>
              </p:cNvPr>
              <p:cNvSpPr/>
              <p:nvPr/>
            </p:nvSpPr>
            <p:spPr>
              <a:xfrm>
                <a:off x="9192807" y="5350087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B8ED0F7-9AF2-474C-A0FD-802D0D0A5887}"/>
                  </a:ext>
                </a:extLst>
              </p:cNvPr>
              <p:cNvSpPr/>
              <p:nvPr/>
            </p:nvSpPr>
            <p:spPr>
              <a:xfrm>
                <a:off x="7049948" y="5961283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1856634-5023-304C-AAD1-241E3B3B7824}"/>
                  </a:ext>
                </a:extLst>
              </p:cNvPr>
              <p:cNvSpPr/>
              <p:nvPr/>
            </p:nvSpPr>
            <p:spPr>
              <a:xfrm>
                <a:off x="9192807" y="5921577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6E18CE3-91C2-8048-B560-3961EFF5FC24}"/>
                  </a:ext>
                </a:extLst>
              </p:cNvPr>
              <p:cNvSpPr/>
              <p:nvPr/>
            </p:nvSpPr>
            <p:spPr>
              <a:xfrm>
                <a:off x="8249248" y="536556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E080559-2392-7B4A-9A48-3E52DEF5FE8A}"/>
                  </a:ext>
                </a:extLst>
              </p:cNvPr>
              <p:cNvSpPr/>
              <p:nvPr/>
            </p:nvSpPr>
            <p:spPr>
              <a:xfrm>
                <a:off x="8249248" y="5961284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00F2739-F0A9-1D4F-B1FE-E10EE2C08BD1}"/>
                  </a:ext>
                </a:extLst>
              </p:cNvPr>
              <p:cNvSpPr/>
              <p:nvPr/>
            </p:nvSpPr>
            <p:spPr>
              <a:xfrm>
                <a:off x="8251725" y="6527120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9393275-156F-1841-806E-EAB255F853D1}"/>
                  </a:ext>
                </a:extLst>
              </p:cNvPr>
              <p:cNvCxnSpPr>
                <a:stCxn id="6" idx="2"/>
                <a:endCxn id="7" idx="7"/>
              </p:cNvCxnSpPr>
              <p:nvPr/>
            </p:nvCxnSpPr>
            <p:spPr>
              <a:xfrm flipH="1">
                <a:off x="5499368" y="3097790"/>
                <a:ext cx="2207140" cy="51030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C8ABD8F-1A74-3C44-9D79-A4FD026E7335}"/>
                  </a:ext>
                </a:extLst>
              </p:cNvPr>
              <p:cNvCxnSpPr>
                <a:cxnSpLocks/>
                <a:stCxn id="6" idx="6"/>
                <a:endCxn id="9" idx="1"/>
              </p:cNvCxnSpPr>
              <p:nvPr/>
            </p:nvCxnSpPr>
            <p:spPr>
              <a:xfrm>
                <a:off x="8025162" y="3097790"/>
                <a:ext cx="2504631" cy="50757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3246D83-5770-C640-9132-18DA97635124}"/>
                  </a:ext>
                </a:extLst>
              </p:cNvPr>
              <p:cNvCxnSpPr>
                <a:cxnSpLocks/>
                <a:stCxn id="6" idx="4"/>
                <a:endCxn id="8" idx="0"/>
              </p:cNvCxnSpPr>
              <p:nvPr/>
            </p:nvCxnSpPr>
            <p:spPr>
              <a:xfrm flipH="1">
                <a:off x="7851981" y="3264044"/>
                <a:ext cx="13854" cy="2926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350DC68-DA98-5D4E-9F3E-C3DF2AF1FD77}"/>
                  </a:ext>
                </a:extLst>
              </p:cNvPr>
              <p:cNvCxnSpPr>
                <a:cxnSpLocks/>
                <a:stCxn id="7" idx="4"/>
                <a:endCxn id="10" idx="0"/>
              </p:cNvCxnSpPr>
              <p:nvPr/>
            </p:nvCxnSpPr>
            <p:spPr>
              <a:xfrm flipH="1">
                <a:off x="5378875" y="3891911"/>
                <a:ext cx="7832" cy="2022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2F119DB-82EA-C249-AEC1-154CE98DA6E2}"/>
                  </a:ext>
                </a:extLst>
              </p:cNvPr>
              <p:cNvCxnSpPr>
                <a:cxnSpLocks/>
                <a:stCxn id="9" idx="4"/>
                <a:endCxn id="13" idx="0"/>
              </p:cNvCxnSpPr>
              <p:nvPr/>
            </p:nvCxnSpPr>
            <p:spPr>
              <a:xfrm>
                <a:off x="10642454" y="3889178"/>
                <a:ext cx="16765" cy="20891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FF7B37D-8386-384B-827F-543CA09FCA8D}"/>
                  </a:ext>
                </a:extLst>
              </p:cNvPr>
              <p:cNvCxnSpPr>
                <a:cxnSpLocks/>
                <a:stCxn id="14" idx="0"/>
                <a:endCxn id="13" idx="4"/>
              </p:cNvCxnSpPr>
              <p:nvPr/>
            </p:nvCxnSpPr>
            <p:spPr>
              <a:xfrm flipV="1">
                <a:off x="10656742" y="4430597"/>
                <a:ext cx="2477" cy="3277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BA1B597-25AD-5F45-80E3-7115F189B9E6}"/>
                  </a:ext>
                </a:extLst>
              </p:cNvPr>
              <p:cNvCxnSpPr>
                <a:cxnSpLocks/>
                <a:stCxn id="8" idx="2"/>
                <a:endCxn id="11" idx="0"/>
              </p:cNvCxnSpPr>
              <p:nvPr/>
            </p:nvCxnSpPr>
            <p:spPr>
              <a:xfrm flipH="1">
                <a:off x="6790914" y="3722925"/>
                <a:ext cx="901740" cy="371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A93719C-BD87-FF46-8725-9E27BF2383DA}"/>
                  </a:ext>
                </a:extLst>
              </p:cNvPr>
              <p:cNvCxnSpPr>
                <a:cxnSpLocks/>
                <a:stCxn id="8" idx="6"/>
                <a:endCxn id="12" idx="1"/>
              </p:cNvCxnSpPr>
              <p:nvPr/>
            </p:nvCxnSpPr>
            <p:spPr>
              <a:xfrm>
                <a:off x="8011308" y="3722925"/>
                <a:ext cx="527640" cy="41994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EC58AE6-2E57-1347-986F-7FA42A767BFE}"/>
                  </a:ext>
                </a:extLst>
              </p:cNvPr>
              <p:cNvCxnSpPr>
                <a:cxnSpLocks/>
                <a:stCxn id="11" idx="2"/>
                <a:endCxn id="15" idx="0"/>
              </p:cNvCxnSpPr>
              <p:nvPr/>
            </p:nvCxnSpPr>
            <p:spPr>
              <a:xfrm flipH="1">
                <a:off x="6300287" y="4260431"/>
                <a:ext cx="331300" cy="4610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53C44FA-6339-064A-88EB-A6CEF2FD0DBB}"/>
                  </a:ext>
                </a:extLst>
              </p:cNvPr>
              <p:cNvCxnSpPr>
                <a:cxnSpLocks/>
                <a:stCxn id="11" idx="6"/>
                <a:endCxn id="16" idx="0"/>
              </p:cNvCxnSpPr>
              <p:nvPr/>
            </p:nvCxnSpPr>
            <p:spPr>
              <a:xfrm>
                <a:off x="6950241" y="4260431"/>
                <a:ext cx="259034" cy="4610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FCBA92-DBCD-AF4B-A8E1-D069E8ED5579}"/>
                  </a:ext>
                </a:extLst>
              </p:cNvPr>
              <p:cNvCxnSpPr>
                <a:cxnSpLocks/>
                <a:stCxn id="12" idx="3"/>
                <a:endCxn id="18" idx="0"/>
              </p:cNvCxnSpPr>
              <p:nvPr/>
            </p:nvCxnSpPr>
            <p:spPr>
              <a:xfrm flipH="1">
                <a:off x="8381176" y="4377990"/>
                <a:ext cx="157772" cy="34345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2614511D-3328-D744-835F-BDF9A59A076A}"/>
                  </a:ext>
                </a:extLst>
              </p:cNvPr>
              <p:cNvCxnSpPr>
                <a:cxnSpLocks/>
                <a:stCxn id="12" idx="6"/>
                <a:endCxn id="19" idx="0"/>
              </p:cNvCxnSpPr>
              <p:nvPr/>
            </p:nvCxnSpPr>
            <p:spPr>
              <a:xfrm>
                <a:off x="8810936" y="4260431"/>
                <a:ext cx="541198" cy="46101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339189D-A632-4344-996B-7354D43A0FAF}"/>
                  </a:ext>
                </a:extLst>
              </p:cNvPr>
              <p:cNvCxnSpPr>
                <a:cxnSpLocks/>
                <a:stCxn id="16" idx="4"/>
                <a:endCxn id="17" idx="0"/>
              </p:cNvCxnSpPr>
              <p:nvPr/>
            </p:nvCxnSpPr>
            <p:spPr>
              <a:xfrm>
                <a:off x="7209275" y="5053955"/>
                <a:ext cx="0" cy="31161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517786D-43BB-2146-AE63-DC4784C32B09}"/>
                  </a:ext>
                </a:extLst>
              </p:cNvPr>
              <p:cNvCxnSpPr>
                <a:cxnSpLocks/>
                <a:stCxn id="18" idx="4"/>
                <a:endCxn id="23" idx="0"/>
              </p:cNvCxnSpPr>
              <p:nvPr/>
            </p:nvCxnSpPr>
            <p:spPr>
              <a:xfrm>
                <a:off x="8381176" y="5053953"/>
                <a:ext cx="27399" cy="31161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1673BD0-7C9A-004B-AA93-2FF3BD9B458C}"/>
                  </a:ext>
                </a:extLst>
              </p:cNvPr>
              <p:cNvCxnSpPr>
                <a:cxnSpLocks/>
                <a:stCxn id="19" idx="4"/>
                <a:endCxn id="20" idx="0"/>
              </p:cNvCxnSpPr>
              <p:nvPr/>
            </p:nvCxnSpPr>
            <p:spPr>
              <a:xfrm>
                <a:off x="9352134" y="5053953"/>
                <a:ext cx="0" cy="29613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32C841C-F281-C744-AC1A-08AEC74A4B58}"/>
                  </a:ext>
                </a:extLst>
              </p:cNvPr>
              <p:cNvCxnSpPr>
                <a:cxnSpLocks/>
                <a:stCxn id="17" idx="4"/>
                <a:endCxn id="21" idx="0"/>
              </p:cNvCxnSpPr>
              <p:nvPr/>
            </p:nvCxnSpPr>
            <p:spPr>
              <a:xfrm>
                <a:off x="7209275" y="5698076"/>
                <a:ext cx="0" cy="26320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6089D0E-ED62-474C-8B76-688DAC647E21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8408575" y="5698075"/>
                <a:ext cx="0" cy="26320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E44BE34-A664-1E46-8835-A81D32095DE0}"/>
                  </a:ext>
                </a:extLst>
              </p:cNvPr>
              <p:cNvCxnSpPr>
                <a:cxnSpLocks/>
                <a:stCxn id="20" idx="4"/>
                <a:endCxn id="22" idx="0"/>
              </p:cNvCxnSpPr>
              <p:nvPr/>
            </p:nvCxnSpPr>
            <p:spPr>
              <a:xfrm>
                <a:off x="9352134" y="5682596"/>
                <a:ext cx="0" cy="23898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E131C75-95C3-6A47-B680-892453D0B8C9}"/>
                  </a:ext>
                </a:extLst>
              </p:cNvPr>
              <p:cNvCxnSpPr>
                <a:cxnSpLocks/>
                <a:stCxn id="24" idx="4"/>
                <a:endCxn id="25" idx="0"/>
              </p:cNvCxnSpPr>
              <p:nvPr/>
            </p:nvCxnSpPr>
            <p:spPr>
              <a:xfrm>
                <a:off x="8408575" y="6293793"/>
                <a:ext cx="2477" cy="23332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911783D-1619-7946-B5ED-DF76D501CDA1}"/>
                  </a:ext>
                </a:extLst>
              </p:cNvPr>
              <p:cNvSpPr txBox="1"/>
              <p:nvPr/>
            </p:nvSpPr>
            <p:spPr>
              <a:xfrm>
                <a:off x="5529921" y="409406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E35D750-4565-5345-99CB-A95E4878A20C}"/>
                  </a:ext>
                </a:extLst>
              </p:cNvPr>
              <p:cNvSpPr txBox="1"/>
              <p:nvPr/>
            </p:nvSpPr>
            <p:spPr>
              <a:xfrm>
                <a:off x="8567902" y="651867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89CE7AC-8BC2-E44C-95D5-E7C914E3130C}"/>
                  </a:ext>
                </a:extLst>
              </p:cNvPr>
              <p:cNvSpPr txBox="1"/>
              <p:nvPr/>
            </p:nvSpPr>
            <p:spPr>
              <a:xfrm>
                <a:off x="8533917" y="471242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FB3C74-D9C1-B347-836F-F0B152F5CC5A}"/>
                  </a:ext>
                </a:extLst>
              </p:cNvPr>
              <p:cNvSpPr txBox="1"/>
              <p:nvPr/>
            </p:nvSpPr>
            <p:spPr>
              <a:xfrm>
                <a:off x="7331687" y="5961283"/>
                <a:ext cx="343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1C33FA6-C347-3842-B26F-10A810DE841E}"/>
                  </a:ext>
                </a:extLst>
              </p:cNvPr>
              <p:cNvSpPr txBox="1"/>
              <p:nvPr/>
            </p:nvSpPr>
            <p:spPr>
              <a:xfrm>
                <a:off x="6397106" y="471242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E2E4E3E-C25F-CF4C-8DED-3466101DF256}"/>
                  </a:ext>
                </a:extLst>
              </p:cNvPr>
              <p:cNvSpPr txBox="1"/>
              <p:nvPr/>
            </p:nvSpPr>
            <p:spPr>
              <a:xfrm>
                <a:off x="9514335" y="590634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95BA9F9-2EC4-D74D-A291-B9A91BA62FDF}"/>
                  </a:ext>
                </a:extLst>
              </p:cNvPr>
              <p:cNvSpPr txBox="1"/>
              <p:nvPr/>
            </p:nvSpPr>
            <p:spPr>
              <a:xfrm>
                <a:off x="10816466" y="472312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198684C6-A382-8444-AE25-914F14D4579F}"/>
                </a:ext>
              </a:extLst>
            </p:cNvPr>
            <p:cNvSpPr txBox="1"/>
            <p:nvPr/>
          </p:nvSpPr>
          <p:spPr>
            <a:xfrm>
              <a:off x="2857661" y="6362197"/>
              <a:ext cx="3403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R-way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trie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(null links not drawn)</a:t>
              </a:r>
            </a:p>
          </p:txBody>
        </p:sp>
      </p:grpSp>
      <p:grpSp>
        <p:nvGrpSpPr>
          <p:cNvPr id="180" name="Group 179" descr="3-way trie representation of same example symbol table">
            <a:extLst>
              <a:ext uri="{FF2B5EF4-FFF2-40B4-BE49-F238E27FC236}">
                <a16:creationId xmlns:a16="http://schemas.microsoft.com/office/drawing/2014/main" id="{EBFA10F0-ACB1-BD47-ABF8-FB46217F4781}"/>
              </a:ext>
            </a:extLst>
          </p:cNvPr>
          <p:cNvGrpSpPr/>
          <p:nvPr/>
        </p:nvGrpSpPr>
        <p:grpSpPr>
          <a:xfrm>
            <a:off x="7402676" y="3328109"/>
            <a:ext cx="4272284" cy="3363193"/>
            <a:chOff x="7402676" y="3328109"/>
            <a:chExt cx="4272284" cy="3363193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2EE6CAC1-39A1-1440-8B65-F6A36391DF3A}"/>
                </a:ext>
              </a:extLst>
            </p:cNvPr>
            <p:cNvGrpSpPr/>
            <p:nvPr/>
          </p:nvGrpSpPr>
          <p:grpSpPr>
            <a:xfrm>
              <a:off x="7402676" y="3328109"/>
              <a:ext cx="4272284" cy="2838657"/>
              <a:chOff x="7402676" y="3328109"/>
              <a:chExt cx="4272284" cy="2838657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7996E91-6AAA-AD42-B197-C9C82413D7B6}"/>
                  </a:ext>
                </a:extLst>
              </p:cNvPr>
              <p:cNvSpPr/>
              <p:nvPr/>
            </p:nvSpPr>
            <p:spPr>
              <a:xfrm>
                <a:off x="9278955" y="3328109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59EC8141-59DE-A940-9A92-758FF1986CF5}"/>
                  </a:ext>
                </a:extLst>
              </p:cNvPr>
              <p:cNvSpPr/>
              <p:nvPr/>
            </p:nvSpPr>
            <p:spPr>
              <a:xfrm>
                <a:off x="7543565" y="376761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2B15BD5C-9251-6C44-9BAD-1309F1F9B62E}"/>
                  </a:ext>
                </a:extLst>
              </p:cNvPr>
              <p:cNvSpPr/>
              <p:nvPr/>
            </p:nvSpPr>
            <p:spPr>
              <a:xfrm>
                <a:off x="9269257" y="3765703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0D9B592-721B-904E-91E6-E71E258FCE84}"/>
                  </a:ext>
                </a:extLst>
              </p:cNvPr>
              <p:cNvSpPr/>
              <p:nvPr/>
            </p:nvSpPr>
            <p:spPr>
              <a:xfrm>
                <a:off x="11222588" y="3765703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54035D92-3BDC-AF47-A914-B93FD287306F}"/>
                  </a:ext>
                </a:extLst>
              </p:cNvPr>
              <p:cNvSpPr/>
              <p:nvPr/>
            </p:nvSpPr>
            <p:spPr>
              <a:xfrm>
                <a:off x="7538083" y="4141958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937057D-4CC1-D54E-BC15-238399E42355}"/>
                  </a:ext>
                </a:extLst>
              </p:cNvPr>
              <p:cNvSpPr/>
              <p:nvPr/>
            </p:nvSpPr>
            <p:spPr>
              <a:xfrm>
                <a:off x="8526510" y="4141958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CE794C5-8E98-0441-ACB4-593703D8FC46}"/>
                  </a:ext>
                </a:extLst>
              </p:cNvPr>
              <p:cNvSpPr/>
              <p:nvPr/>
            </p:nvSpPr>
            <p:spPr>
              <a:xfrm>
                <a:off x="11234324" y="414469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5FA7B1CE-331C-7B45-9FAE-BE7A0BAD1FBC}"/>
                  </a:ext>
                </a:extLst>
              </p:cNvPr>
              <p:cNvSpPr/>
              <p:nvPr/>
            </p:nvSpPr>
            <p:spPr>
              <a:xfrm>
                <a:off x="11232590" y="4606872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895014D-F4A0-E54F-B7DD-33D240A16DD5}"/>
                  </a:ext>
                </a:extLst>
              </p:cNvPr>
              <p:cNvSpPr/>
              <p:nvPr/>
            </p:nvSpPr>
            <p:spPr>
              <a:xfrm>
                <a:off x="7581593" y="5150284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37906FF-AF6E-3E40-86BC-737504E573D9}"/>
                  </a:ext>
                </a:extLst>
              </p:cNvPr>
              <p:cNvSpPr/>
              <p:nvPr/>
            </p:nvSpPr>
            <p:spPr>
              <a:xfrm>
                <a:off x="8527638" y="4656913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4B28FA92-CA91-A34B-BFA1-073DBAF2B460}"/>
                  </a:ext>
                </a:extLst>
              </p:cNvPr>
              <p:cNvSpPr/>
              <p:nvPr/>
            </p:nvSpPr>
            <p:spPr>
              <a:xfrm>
                <a:off x="8535839" y="5137473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6D3A6647-969A-F347-854B-643D1909B9E8}"/>
                  </a:ext>
                </a:extLst>
              </p:cNvPr>
              <p:cNvSpPr/>
              <p:nvPr/>
            </p:nvSpPr>
            <p:spPr>
              <a:xfrm>
                <a:off x="9266338" y="438765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07A891E0-D286-3946-AAFD-D8644E4ED3B5}"/>
                  </a:ext>
                </a:extLst>
              </p:cNvPr>
              <p:cNvSpPr/>
              <p:nvPr/>
            </p:nvSpPr>
            <p:spPr>
              <a:xfrm>
                <a:off x="10076829" y="4852524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0672F86-30E7-DD41-A418-90C6F43B8194}"/>
                  </a:ext>
                </a:extLst>
              </p:cNvPr>
              <p:cNvSpPr/>
              <p:nvPr/>
            </p:nvSpPr>
            <p:spPr>
              <a:xfrm>
                <a:off x="10076829" y="5292574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0B723711-D0A6-EC49-B474-F8F53442647F}"/>
                  </a:ext>
                </a:extLst>
              </p:cNvPr>
              <p:cNvSpPr/>
              <p:nvPr/>
            </p:nvSpPr>
            <p:spPr>
              <a:xfrm>
                <a:off x="8533976" y="5597039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1A336B3-D073-2D45-91E5-2A1B1D0033B6}"/>
                  </a:ext>
                </a:extLst>
              </p:cNvPr>
              <p:cNvSpPr/>
              <p:nvPr/>
            </p:nvSpPr>
            <p:spPr>
              <a:xfrm>
                <a:off x="10076829" y="5692617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9E746B60-718D-1743-A368-251EEE08E162}"/>
                  </a:ext>
                </a:extLst>
              </p:cNvPr>
              <p:cNvSpPr/>
              <p:nvPr/>
            </p:nvSpPr>
            <p:spPr>
              <a:xfrm>
                <a:off x="9270527" y="4838542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6027C20-EE0C-9B43-B67B-819FC0BA6A7B}"/>
                  </a:ext>
                </a:extLst>
              </p:cNvPr>
              <p:cNvSpPr/>
              <p:nvPr/>
            </p:nvSpPr>
            <p:spPr>
              <a:xfrm>
                <a:off x="9285517" y="5255544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07D56A4-7C8A-AB4A-80AD-9F1DA115FE3B}"/>
                  </a:ext>
                </a:extLst>
              </p:cNvPr>
              <p:cNvSpPr/>
              <p:nvPr/>
            </p:nvSpPr>
            <p:spPr>
              <a:xfrm>
                <a:off x="9287251" y="5651629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5D835E0-9C55-0C4B-80A8-39D95A0C4D78}"/>
                  </a:ext>
                </a:extLst>
              </p:cNvPr>
              <p:cNvCxnSpPr>
                <a:stCxn id="53" idx="2"/>
                <a:endCxn id="54" idx="7"/>
              </p:cNvCxnSpPr>
              <p:nvPr/>
            </p:nvCxnSpPr>
            <p:spPr>
              <a:xfrm flipH="1">
                <a:off x="7733957" y="3444487"/>
                <a:ext cx="1544998" cy="3572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2FBC0AE-9FD5-5A46-9DF0-B49A50F1589C}"/>
                  </a:ext>
                </a:extLst>
              </p:cNvPr>
              <p:cNvCxnSpPr>
                <a:cxnSpLocks/>
                <a:stCxn id="53" idx="6"/>
                <a:endCxn id="56" idx="1"/>
              </p:cNvCxnSpPr>
              <p:nvPr/>
            </p:nvCxnSpPr>
            <p:spPr>
              <a:xfrm>
                <a:off x="9502013" y="3444487"/>
                <a:ext cx="1753242" cy="3553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79E23BA-903A-004E-8A33-E7FA4BAF8DD0}"/>
                  </a:ext>
                </a:extLst>
              </p:cNvPr>
              <p:cNvCxnSpPr>
                <a:cxnSpLocks/>
                <a:stCxn id="53" idx="4"/>
                <a:endCxn id="55" idx="0"/>
              </p:cNvCxnSpPr>
              <p:nvPr/>
            </p:nvCxnSpPr>
            <p:spPr>
              <a:xfrm flipH="1">
                <a:off x="9380786" y="3560865"/>
                <a:ext cx="9698" cy="20483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4984D850-EF42-334E-84E2-8170D22BB939}"/>
                  </a:ext>
                </a:extLst>
              </p:cNvPr>
              <p:cNvCxnSpPr>
                <a:cxnSpLocks/>
                <a:stCxn id="54" idx="4"/>
                <a:endCxn id="57" idx="0"/>
              </p:cNvCxnSpPr>
              <p:nvPr/>
            </p:nvCxnSpPr>
            <p:spPr>
              <a:xfrm flipH="1">
                <a:off x="7649612" y="4000372"/>
                <a:ext cx="5482" cy="141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7D919D9A-EA5A-454C-9008-85F90A52B827}"/>
                  </a:ext>
                </a:extLst>
              </p:cNvPr>
              <p:cNvCxnSpPr>
                <a:cxnSpLocks/>
                <a:stCxn id="56" idx="4"/>
                <a:endCxn id="60" idx="0"/>
              </p:cNvCxnSpPr>
              <p:nvPr/>
            </p:nvCxnSpPr>
            <p:spPr>
              <a:xfrm>
                <a:off x="11334117" y="3998459"/>
                <a:ext cx="11736" cy="14623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423409A-60E8-9749-AE45-4632283A9393}"/>
                  </a:ext>
                </a:extLst>
              </p:cNvPr>
              <p:cNvCxnSpPr>
                <a:cxnSpLocks/>
                <a:stCxn id="61" idx="0"/>
                <a:endCxn id="60" idx="4"/>
              </p:cNvCxnSpPr>
              <p:nvPr/>
            </p:nvCxnSpPr>
            <p:spPr>
              <a:xfrm flipV="1">
                <a:off x="11344119" y="4377452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144C76CD-5710-5949-AAD7-0D11D650CF6C}"/>
                  </a:ext>
                </a:extLst>
              </p:cNvPr>
              <p:cNvCxnSpPr>
                <a:cxnSpLocks/>
                <a:stCxn id="55" idx="2"/>
                <a:endCxn id="58" idx="0"/>
              </p:cNvCxnSpPr>
              <p:nvPr/>
            </p:nvCxnSpPr>
            <p:spPr>
              <a:xfrm flipH="1">
                <a:off x="8638039" y="3882082"/>
                <a:ext cx="631218" cy="25987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8B17F97-C24C-7945-854D-6A747220C084}"/>
                  </a:ext>
                </a:extLst>
              </p:cNvPr>
              <p:cNvCxnSpPr>
                <a:cxnSpLocks/>
                <a:stCxn id="63" idx="2"/>
                <a:endCxn id="62" idx="0"/>
              </p:cNvCxnSpPr>
              <p:nvPr/>
            </p:nvCxnSpPr>
            <p:spPr>
              <a:xfrm flipH="1">
                <a:off x="7693122" y="4773291"/>
                <a:ext cx="834516" cy="37699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64965BA-0AA9-C547-B529-D3EB0CC3BCE7}"/>
                  </a:ext>
                </a:extLst>
              </p:cNvPr>
              <p:cNvCxnSpPr>
                <a:cxnSpLocks/>
                <a:stCxn id="58" idx="4"/>
                <a:endCxn id="63" idx="0"/>
              </p:cNvCxnSpPr>
              <p:nvPr/>
            </p:nvCxnSpPr>
            <p:spPr>
              <a:xfrm>
                <a:off x="8638039" y="4374714"/>
                <a:ext cx="1128" cy="28219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B47ECEA3-A8EF-C144-A1A3-1FD431C85F71}"/>
                  </a:ext>
                </a:extLst>
              </p:cNvPr>
              <p:cNvCxnSpPr>
                <a:cxnSpLocks/>
                <a:stCxn id="55" idx="4"/>
                <a:endCxn id="65" idx="0"/>
              </p:cNvCxnSpPr>
              <p:nvPr/>
            </p:nvCxnSpPr>
            <p:spPr>
              <a:xfrm flipH="1">
                <a:off x="9377867" y="3998459"/>
                <a:ext cx="2919" cy="3891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79224F82-F572-8049-95D3-0805FA067E0D}"/>
                  </a:ext>
                </a:extLst>
              </p:cNvPr>
              <p:cNvCxnSpPr>
                <a:cxnSpLocks/>
                <a:stCxn id="65" idx="5"/>
                <a:endCxn id="66" idx="0"/>
              </p:cNvCxnSpPr>
              <p:nvPr/>
            </p:nvCxnSpPr>
            <p:spPr>
              <a:xfrm>
                <a:off x="9456730" y="4586326"/>
                <a:ext cx="731628" cy="26619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D6A6F124-3ED0-EB48-AE53-AD3A96ED1017}"/>
                  </a:ext>
                </a:extLst>
              </p:cNvPr>
              <p:cNvCxnSpPr>
                <a:cxnSpLocks/>
                <a:stCxn id="63" idx="4"/>
                <a:endCxn id="64" idx="0"/>
              </p:cNvCxnSpPr>
              <p:nvPr/>
            </p:nvCxnSpPr>
            <p:spPr>
              <a:xfrm>
                <a:off x="8639167" y="4889669"/>
                <a:ext cx="8201" cy="24780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E357581-8DAC-BD48-A228-5FC92F33047D}"/>
                  </a:ext>
                </a:extLst>
              </p:cNvPr>
              <p:cNvCxnSpPr>
                <a:cxnSpLocks/>
                <a:stCxn id="65" idx="4"/>
                <a:endCxn id="70" idx="0"/>
              </p:cNvCxnSpPr>
              <p:nvPr/>
            </p:nvCxnSpPr>
            <p:spPr>
              <a:xfrm>
                <a:off x="9377867" y="4620412"/>
                <a:ext cx="4189" cy="21813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8EF5B5B-7F77-1843-8F8B-2B8B68019BA3}"/>
                  </a:ext>
                </a:extLst>
              </p:cNvPr>
              <p:cNvCxnSpPr>
                <a:cxnSpLocks/>
                <a:stCxn id="64" idx="4"/>
                <a:endCxn id="68" idx="0"/>
              </p:cNvCxnSpPr>
              <p:nvPr/>
            </p:nvCxnSpPr>
            <p:spPr>
              <a:xfrm flipH="1">
                <a:off x="8645505" y="5370229"/>
                <a:ext cx="1863" cy="22681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59F9E2B1-6A69-734F-8FB3-A330037318F0}"/>
                  </a:ext>
                </a:extLst>
              </p:cNvPr>
              <p:cNvCxnSpPr>
                <a:cxnSpLocks/>
                <a:stCxn id="70" idx="4"/>
                <a:endCxn id="71" idx="0"/>
              </p:cNvCxnSpPr>
              <p:nvPr/>
            </p:nvCxnSpPr>
            <p:spPr>
              <a:xfrm>
                <a:off x="9382056" y="5071298"/>
                <a:ext cx="14990" cy="18424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4F1EDD18-2ECE-1A4A-BEEB-4B556182349D}"/>
                  </a:ext>
                </a:extLst>
              </p:cNvPr>
              <p:cNvCxnSpPr>
                <a:cxnSpLocks/>
                <a:stCxn id="71" idx="4"/>
                <a:endCxn id="72" idx="0"/>
              </p:cNvCxnSpPr>
              <p:nvPr/>
            </p:nvCxnSpPr>
            <p:spPr>
              <a:xfrm>
                <a:off x="9397046" y="5488300"/>
                <a:ext cx="1734" cy="16332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25459FE-BA04-B94E-BB97-C90284124BF7}"/>
                  </a:ext>
                </a:extLst>
              </p:cNvPr>
              <p:cNvSpPr txBox="1"/>
              <p:nvPr/>
            </p:nvSpPr>
            <p:spPr>
              <a:xfrm>
                <a:off x="7755344" y="4141883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C0894A8-7253-924D-84E4-C31A8E6ECC21}"/>
                  </a:ext>
                </a:extLst>
              </p:cNvPr>
              <p:cNvSpPr txBox="1"/>
              <p:nvPr/>
            </p:nvSpPr>
            <p:spPr>
              <a:xfrm>
                <a:off x="9508575" y="5645721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B5C7585-C41F-C64E-B776-D3A97551BB7D}"/>
                  </a:ext>
                </a:extLst>
              </p:cNvPr>
              <p:cNvSpPr txBox="1"/>
              <p:nvPr/>
            </p:nvSpPr>
            <p:spPr>
              <a:xfrm>
                <a:off x="9439422" y="4290130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6B89C0B-64FB-C141-A390-09D9E282D36B}"/>
                  </a:ext>
                </a:extLst>
              </p:cNvPr>
              <p:cNvSpPr txBox="1"/>
              <p:nvPr/>
            </p:nvSpPr>
            <p:spPr>
              <a:xfrm>
                <a:off x="8713227" y="5567875"/>
                <a:ext cx="240421" cy="25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EF14B53-7776-C84B-859A-AED567570008}"/>
                  </a:ext>
                </a:extLst>
              </p:cNvPr>
              <p:cNvSpPr txBox="1"/>
              <p:nvPr/>
            </p:nvSpPr>
            <p:spPr>
              <a:xfrm>
                <a:off x="7794209" y="5092679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FEFE378-09D6-394F-9DF6-B67159119625}"/>
                  </a:ext>
                </a:extLst>
              </p:cNvPr>
              <p:cNvSpPr txBox="1"/>
              <p:nvPr/>
            </p:nvSpPr>
            <p:spPr>
              <a:xfrm>
                <a:off x="10301899" y="5681957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6C29B69-446B-584C-AA4E-466335406AEE}"/>
                  </a:ext>
                </a:extLst>
              </p:cNvPr>
              <p:cNvSpPr txBox="1"/>
              <p:nvPr/>
            </p:nvSpPr>
            <p:spPr>
              <a:xfrm>
                <a:off x="11455926" y="4582221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552621DB-BCDC-8D4E-95E0-64DF10A76C8D}"/>
                  </a:ext>
                </a:extLst>
              </p:cNvPr>
              <p:cNvGrpSpPr/>
              <p:nvPr/>
            </p:nvGrpSpPr>
            <p:grpSpPr>
              <a:xfrm>
                <a:off x="7402676" y="3966286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196884CF-5EA4-834D-ACA1-A6BBD46C68B9}"/>
                    </a:ext>
                  </a:extLst>
                </p:cNvPr>
                <p:cNvCxnSpPr>
                  <a:cxnSpLocks/>
                  <a:stCxn id="54" idx="3"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4BC2227E-273F-C743-944C-C5AD9069B419}"/>
                    </a:ext>
                  </a:extLst>
                </p:cNvPr>
                <p:cNvCxnSpPr>
                  <a:cxnSpLocks/>
                  <a:stCxn id="54" idx="5"/>
                  <a:endCxn id="92" idx="0"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B2B55484-CB6A-7B47-AAA2-7E9534A49D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79052" y="3954513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5F142AAA-C925-6E4A-BBCC-F151C2A6C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10333" y="3954513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85B5B06F-31BF-CC45-BE84-3A23C21B83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96118" y="4348092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F708883A-B951-DE46-B78B-43EA29A722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27399" y="4348092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86ABECB2-38FA-9C4C-80DF-7AA23CC126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81772" y="4816860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DACBEAA3-F705-CF46-9469-8CCCAA5E1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13053" y="4831850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390D530-E5FE-DF4A-A5EE-C07E757C99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331784" y="4829254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AF78649B-61D9-7543-8A86-48220A0F7C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11712" y="4354960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2069B57B-603F-2A42-96A3-0B3B067EC0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8003" y="4339970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409E0876-8528-6241-8CCB-98F5051E32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61724" y="4367354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ED0AC172-E2DF-9248-939F-4FB1787D40D8}"/>
                  </a:ext>
                </a:extLst>
              </p:cNvPr>
              <p:cNvGrpSpPr/>
              <p:nvPr/>
            </p:nvGrpSpPr>
            <p:grpSpPr>
              <a:xfrm>
                <a:off x="7445924" y="5346352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3A8E6756-3475-944F-9A28-58C8794976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6797A531-421E-8A4E-A804-62170A9D4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546C3B91-FB9A-CF47-820E-4219BAA511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878F2DEB-AEE6-E549-9457-B3617831E8F5}"/>
                  </a:ext>
                </a:extLst>
              </p:cNvPr>
              <p:cNvGrpSpPr/>
              <p:nvPr/>
            </p:nvGrpSpPr>
            <p:grpSpPr>
              <a:xfrm>
                <a:off x="8378385" y="4341397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B63DF59D-02F8-C64C-88CD-0488D7D4BC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5B02EBE3-7217-0744-A051-BF3611008A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39A814D2-BEA6-FD4A-8419-4045B6483860}"/>
                  </a:ext>
                </a:extLst>
              </p:cNvPr>
              <p:cNvGrpSpPr/>
              <p:nvPr/>
            </p:nvGrpSpPr>
            <p:grpSpPr>
              <a:xfrm>
                <a:off x="8397001" y="5317863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4F386BC7-7D5C-BC4F-AB74-DF86CDC078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AFDB563F-5CA9-A84A-AA4F-A68918298A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96CF5DA6-FAE9-3441-9C4F-9D5CC2F41697}"/>
                  </a:ext>
                </a:extLst>
              </p:cNvPr>
              <p:cNvGrpSpPr/>
              <p:nvPr/>
            </p:nvGrpSpPr>
            <p:grpSpPr>
              <a:xfrm>
                <a:off x="8378100" y="5781560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5B12216D-B401-9648-8A03-8A7A64BE48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91B9BC40-A3FF-7B44-8997-56938FE151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51E9ABB8-8877-4C4A-9191-6746C80170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5EC8C95A-81B1-9C4F-B27F-114AA1826455}"/>
                  </a:ext>
                </a:extLst>
              </p:cNvPr>
              <p:cNvGrpSpPr/>
              <p:nvPr/>
            </p:nvGrpSpPr>
            <p:grpSpPr>
              <a:xfrm>
                <a:off x="9157386" y="5876059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56440896-2AC2-3249-AD4B-952FB3EC8A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FBA9C895-1AF2-CF4D-81D7-AEFE6607DB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BE7E34A9-1717-0649-BB1E-069BB99DBD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A1BBC7B4-2ADC-2944-BF58-F2D0984444F2}"/>
                  </a:ext>
                </a:extLst>
              </p:cNvPr>
              <p:cNvGrpSpPr/>
              <p:nvPr/>
            </p:nvGrpSpPr>
            <p:grpSpPr>
              <a:xfrm>
                <a:off x="9955273" y="5909962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7DC81E25-3DB5-F94B-83EF-6D2CDAE806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9A529F0C-F47C-2D43-B433-433CECDBE9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0D98F9AF-FE04-254A-A3F7-9CB555A6D8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6A55C2F7-CB58-7F4B-B4D6-801B687B54F3}"/>
                  </a:ext>
                </a:extLst>
              </p:cNvPr>
              <p:cNvGrpSpPr/>
              <p:nvPr/>
            </p:nvGrpSpPr>
            <p:grpSpPr>
              <a:xfrm>
                <a:off x="9142396" y="5036340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7037EB23-F2DE-B748-B553-D7623ED516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E657F1D5-264E-2A4D-9A57-C2701DA63F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449735E3-CBD1-204A-85B6-CB80D333E202}"/>
                  </a:ext>
                </a:extLst>
              </p:cNvPr>
              <p:cNvGrpSpPr/>
              <p:nvPr/>
            </p:nvGrpSpPr>
            <p:grpSpPr>
              <a:xfrm>
                <a:off x="9143210" y="5457799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660562B4-02B6-9643-B9D1-413F834549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3DFA224E-3D30-834B-941D-96DA177F9B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9F27263F-9112-2F46-90A7-5BD9C30582FE}"/>
                  </a:ext>
                </a:extLst>
              </p:cNvPr>
              <p:cNvGrpSpPr/>
              <p:nvPr/>
            </p:nvGrpSpPr>
            <p:grpSpPr>
              <a:xfrm>
                <a:off x="9940283" y="5071534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17BE81D1-49A1-B144-8016-27D43F2B59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3293CBE6-29BE-BA43-AA68-6901996D8C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134ED967-CCA4-9F4E-BE50-030E8C8E0BDE}"/>
                  </a:ext>
                </a:extLst>
              </p:cNvPr>
              <p:cNvGrpSpPr/>
              <p:nvPr/>
            </p:nvGrpSpPr>
            <p:grpSpPr>
              <a:xfrm>
                <a:off x="9922449" y="5508823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E00F3B9F-5FCD-3C46-9CDD-AFE82D43D0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A6021E91-717D-AC47-8F0D-A1B4CC99EA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1D04BF0D-0F4E-AE4C-BBFA-A9CCA16AC468}"/>
                  </a:ext>
                </a:extLst>
              </p:cNvPr>
              <p:cNvCxnSpPr>
                <a:cxnSpLocks/>
                <a:stCxn id="67" idx="0"/>
                <a:endCxn id="66" idx="4"/>
              </p:cNvCxnSpPr>
              <p:nvPr/>
            </p:nvCxnSpPr>
            <p:spPr>
              <a:xfrm flipV="1">
                <a:off x="10188358" y="5085280"/>
                <a:ext cx="0" cy="20729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097A883C-8149-9F4A-AF2A-6FCAB57D29CC}"/>
                  </a:ext>
                </a:extLst>
              </p:cNvPr>
              <p:cNvCxnSpPr>
                <a:cxnSpLocks/>
                <a:stCxn id="69" idx="0"/>
                <a:endCxn id="67" idx="4"/>
              </p:cNvCxnSpPr>
              <p:nvPr/>
            </p:nvCxnSpPr>
            <p:spPr>
              <a:xfrm flipV="1">
                <a:off x="10188358" y="5525330"/>
                <a:ext cx="0" cy="16728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8A3397B6-006B-A644-91A5-50BB684479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3383" y="3895567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5D6A2C32-3953-0140-9E26-DD417A4886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46309" y="4797217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065843D-2F96-8F49-8C07-B2EF9B9D46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03194" y="4528204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350CF31-D050-2247-A607-339A66C6D5AD}"/>
                </a:ext>
              </a:extLst>
            </p:cNvPr>
            <p:cNvSpPr txBox="1"/>
            <p:nvPr/>
          </p:nvSpPr>
          <p:spPr>
            <a:xfrm>
              <a:off x="8793165" y="6321970"/>
              <a:ext cx="1184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3-way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trie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67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get(“shore”)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6416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hore”)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5247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ore”)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2128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0185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6397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get(“sho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7631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90124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get(“shor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1328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18494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get(“sea”)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2422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18494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9262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18494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4653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18494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82174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18494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get(“se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27387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18494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get(“se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4565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0035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get(“shelf”)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3725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0035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helf”)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8630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0035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elf”)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5567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0035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lf”)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51706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0035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get(“she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13196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300356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get(“shel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41076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287532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get(“shell”)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82763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287532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hell”)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95058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287532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ell”)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37871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287532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ll”)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7608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287532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get(“she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l”)</a:t>
            </a:r>
          </a:p>
        </p:txBody>
      </p:sp>
      <p:grpSp>
        <p:nvGrpSpPr>
          <p:cNvPr id="6" name="Group 5" descr="example trie showing how get() works">
            <a:extLst>
              <a:ext uri="{FF2B5EF4-FFF2-40B4-BE49-F238E27FC236}">
                <a16:creationId xmlns:a16="http://schemas.microsoft.com/office/drawing/2014/main" id="{6F6875D6-8098-F647-A178-65E6D2B165FF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7402676" y="3328109"/>
            <a:chExt cx="4272284" cy="283865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75C7752-6230-5D4E-B9BD-CC09090BC804}"/>
                </a:ext>
              </a:extLst>
            </p:cNvPr>
            <p:cNvSpPr/>
            <p:nvPr/>
          </p:nvSpPr>
          <p:spPr>
            <a:xfrm>
              <a:off x="9278955" y="33281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82CEB2-9403-8E49-8851-3A6DA5D18639}"/>
                </a:ext>
              </a:extLst>
            </p:cNvPr>
            <p:cNvSpPr/>
            <p:nvPr/>
          </p:nvSpPr>
          <p:spPr>
            <a:xfrm>
              <a:off x="7543565" y="376761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88CA38-28F3-EF42-A795-4DC41ABF273C}"/>
                </a:ext>
              </a:extLst>
            </p:cNvPr>
            <p:cNvSpPr/>
            <p:nvPr/>
          </p:nvSpPr>
          <p:spPr>
            <a:xfrm>
              <a:off x="9269257" y="3765703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8C48C-D2ED-424E-8799-5D353379D247}"/>
                </a:ext>
              </a:extLst>
            </p:cNvPr>
            <p:cNvSpPr/>
            <p:nvPr/>
          </p:nvSpPr>
          <p:spPr>
            <a:xfrm>
              <a:off x="11222588" y="376570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EF698AE-5296-194A-9C7D-6943D2B5001E}"/>
                </a:ext>
              </a:extLst>
            </p:cNvPr>
            <p:cNvSpPr/>
            <p:nvPr/>
          </p:nvSpPr>
          <p:spPr>
            <a:xfrm>
              <a:off x="7538083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BACFCA-87C3-334B-9800-2CB0F3414888}"/>
                </a:ext>
              </a:extLst>
            </p:cNvPr>
            <p:cNvSpPr/>
            <p:nvPr/>
          </p:nvSpPr>
          <p:spPr>
            <a:xfrm>
              <a:off x="8526510" y="4141958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8A6E1D-7E89-484D-B52E-137AF2982B1D}"/>
                </a:ext>
              </a:extLst>
            </p:cNvPr>
            <p:cNvSpPr/>
            <p:nvPr/>
          </p:nvSpPr>
          <p:spPr>
            <a:xfrm>
              <a:off x="11234324" y="414469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E0C077-48A8-8B41-BAF0-438D4415DF22}"/>
                </a:ext>
              </a:extLst>
            </p:cNvPr>
            <p:cNvSpPr/>
            <p:nvPr/>
          </p:nvSpPr>
          <p:spPr>
            <a:xfrm>
              <a:off x="11232590" y="460687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F51AB42-6931-AB4C-9E45-D4BA9C284C6D}"/>
                </a:ext>
              </a:extLst>
            </p:cNvPr>
            <p:cNvSpPr/>
            <p:nvPr/>
          </p:nvSpPr>
          <p:spPr>
            <a:xfrm>
              <a:off x="7581593" y="515028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3B0CE4-A07F-1D46-A62C-EDEF7A2758A1}"/>
                </a:ext>
              </a:extLst>
            </p:cNvPr>
            <p:cNvSpPr/>
            <p:nvPr/>
          </p:nvSpPr>
          <p:spPr>
            <a:xfrm>
              <a:off x="8527638" y="465691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550713-7FAD-EE4A-95CA-1737DAD796B7}"/>
                </a:ext>
              </a:extLst>
            </p:cNvPr>
            <p:cNvSpPr/>
            <p:nvPr/>
          </p:nvSpPr>
          <p:spPr>
            <a:xfrm>
              <a:off x="8535839" y="5137473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0D51F3D-6D1B-774C-839F-0539AE28E2B3}"/>
                </a:ext>
              </a:extLst>
            </p:cNvPr>
            <p:cNvSpPr/>
            <p:nvPr/>
          </p:nvSpPr>
          <p:spPr>
            <a:xfrm>
              <a:off x="9266338" y="4387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6137BF-1FAC-BE4E-867A-12107CDE7A7B}"/>
                </a:ext>
              </a:extLst>
            </p:cNvPr>
            <p:cNvSpPr/>
            <p:nvPr/>
          </p:nvSpPr>
          <p:spPr>
            <a:xfrm>
              <a:off x="10076829" y="485252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E2731E-0D35-CC4D-91E7-F08447E6E641}"/>
                </a:ext>
              </a:extLst>
            </p:cNvPr>
            <p:cNvSpPr/>
            <p:nvPr/>
          </p:nvSpPr>
          <p:spPr>
            <a:xfrm>
              <a:off x="10076829" y="529257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45EA46-CAC3-BD41-B038-EA878262CC43}"/>
                </a:ext>
              </a:extLst>
            </p:cNvPr>
            <p:cNvSpPr/>
            <p:nvPr/>
          </p:nvSpPr>
          <p:spPr>
            <a:xfrm>
              <a:off x="8533976" y="559703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26138E-94B0-5E46-ACE9-2B9B5D06C70E}"/>
                </a:ext>
              </a:extLst>
            </p:cNvPr>
            <p:cNvSpPr/>
            <p:nvPr/>
          </p:nvSpPr>
          <p:spPr>
            <a:xfrm>
              <a:off x="10076829" y="569261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AEAB5C-6DC9-EB4A-9212-B97C7391CBE1}"/>
                </a:ext>
              </a:extLst>
            </p:cNvPr>
            <p:cNvSpPr/>
            <p:nvPr/>
          </p:nvSpPr>
          <p:spPr>
            <a:xfrm>
              <a:off x="9270527" y="4838542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F7DBD8-7889-EA41-89E2-51DDE778E754}"/>
                </a:ext>
              </a:extLst>
            </p:cNvPr>
            <p:cNvSpPr/>
            <p:nvPr/>
          </p:nvSpPr>
          <p:spPr>
            <a:xfrm>
              <a:off x="9285517" y="5255544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35DDCE-6B07-6747-9C66-6E57636E8BBA}"/>
                </a:ext>
              </a:extLst>
            </p:cNvPr>
            <p:cNvSpPr/>
            <p:nvPr/>
          </p:nvSpPr>
          <p:spPr>
            <a:xfrm>
              <a:off x="9287251" y="565162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314ECA-D418-CB47-9236-9A6C3FE395A5}"/>
                </a:ext>
              </a:extLst>
            </p:cNvPr>
            <p:cNvCxnSpPr>
              <a:stCxn id="8" idx="2"/>
              <a:endCxn id="9" idx="7"/>
            </p:cNvCxnSpPr>
            <p:nvPr/>
          </p:nvCxnSpPr>
          <p:spPr>
            <a:xfrm flipH="1">
              <a:off x="7733957" y="3444487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898226-958B-B544-AEED-D81CDB4591A4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>
              <a:off x="9502013" y="3444487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91BBDF8-3ECD-C746-82E1-B8A3EB425EB8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flipH="1">
              <a:off x="9380786" y="3560865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0D9848-DFE9-6849-9A7F-453B2778D4A2}"/>
                </a:ext>
              </a:extLst>
            </p:cNvPr>
            <p:cNvCxnSpPr>
              <a:cxnSpLocks/>
              <a:stCxn id="9" idx="4"/>
              <a:endCxn id="12" idx="0"/>
            </p:cNvCxnSpPr>
            <p:nvPr/>
          </p:nvCxnSpPr>
          <p:spPr>
            <a:xfrm flipH="1">
              <a:off x="7649612" y="4000372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90AC54-495F-9343-9F95-A94E29267D02}"/>
                </a:ext>
              </a:extLst>
            </p:cNvPr>
            <p:cNvCxnSpPr>
              <a:cxnSpLocks/>
              <a:stCxn id="11" idx="4"/>
              <a:endCxn id="14" idx="0"/>
            </p:cNvCxnSpPr>
            <p:nvPr/>
          </p:nvCxnSpPr>
          <p:spPr>
            <a:xfrm>
              <a:off x="11334117" y="3998459"/>
              <a:ext cx="11736" cy="14623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F654D20-FE1D-424D-9882-C0287E3A71B3}"/>
                </a:ext>
              </a:extLst>
            </p:cNvPr>
            <p:cNvCxnSpPr>
              <a:cxnSpLocks/>
              <a:stCxn id="15" idx="0"/>
              <a:endCxn id="14" idx="4"/>
            </p:cNvCxnSpPr>
            <p:nvPr/>
          </p:nvCxnSpPr>
          <p:spPr>
            <a:xfrm flipV="1">
              <a:off x="11344119" y="4377452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8B8526-C68A-8C4C-84EA-D29BB5D4D0E4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8638039" y="3882082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24B364-A684-1241-90DE-9450A28C0ADD}"/>
                </a:ext>
              </a:extLst>
            </p:cNvPr>
            <p:cNvCxnSpPr>
              <a:cxnSpLocks/>
              <a:stCxn id="17" idx="2"/>
              <a:endCxn id="16" idx="0"/>
            </p:cNvCxnSpPr>
            <p:nvPr/>
          </p:nvCxnSpPr>
          <p:spPr>
            <a:xfrm flipH="1">
              <a:off x="7693122" y="4773291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46C2CB-411E-924D-BA42-028D55CB81CB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8638039" y="4374714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EBAE484-4DA4-E643-81E9-AB376CC40B33}"/>
                </a:ext>
              </a:extLst>
            </p:cNvPr>
            <p:cNvCxnSpPr>
              <a:cxnSpLocks/>
              <a:stCxn id="10" idx="4"/>
              <a:endCxn id="19" idx="0"/>
            </p:cNvCxnSpPr>
            <p:nvPr/>
          </p:nvCxnSpPr>
          <p:spPr>
            <a:xfrm flipH="1">
              <a:off x="9377867" y="3998459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06C6DF-D1E6-974B-9A41-A16CBA45EDC5}"/>
                </a:ext>
              </a:extLst>
            </p:cNvPr>
            <p:cNvCxnSpPr>
              <a:cxnSpLocks/>
              <a:stCxn id="19" idx="5"/>
              <a:endCxn id="20" idx="0"/>
            </p:cNvCxnSpPr>
            <p:nvPr/>
          </p:nvCxnSpPr>
          <p:spPr>
            <a:xfrm>
              <a:off x="9456730" y="4586326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BBC5E0F-DF08-8247-ACE4-5D412243F313}"/>
                </a:ext>
              </a:extLst>
            </p:cNvPr>
            <p:cNvCxnSpPr>
              <a:cxnSpLocks/>
              <a:stCxn id="17" idx="4"/>
              <a:endCxn id="18" idx="0"/>
            </p:cNvCxnSpPr>
            <p:nvPr/>
          </p:nvCxnSpPr>
          <p:spPr>
            <a:xfrm>
              <a:off x="8639167" y="4889669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2EC6475-1BB9-7744-8393-426CA7DB8286}"/>
                </a:ext>
              </a:extLst>
            </p:cNvPr>
            <p:cNvCxnSpPr>
              <a:cxnSpLocks/>
              <a:stCxn id="19" idx="4"/>
              <a:endCxn id="24" idx="0"/>
            </p:cNvCxnSpPr>
            <p:nvPr/>
          </p:nvCxnSpPr>
          <p:spPr>
            <a:xfrm>
              <a:off x="9377867" y="4620412"/>
              <a:ext cx="4189" cy="21813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9C1BF5-D40D-7148-BFEA-3EA6814A5747}"/>
                </a:ext>
              </a:extLst>
            </p:cNvPr>
            <p:cNvCxnSpPr>
              <a:cxnSpLocks/>
              <a:stCxn id="18" idx="4"/>
              <a:endCxn id="22" idx="0"/>
            </p:cNvCxnSpPr>
            <p:nvPr/>
          </p:nvCxnSpPr>
          <p:spPr>
            <a:xfrm flipH="1">
              <a:off x="8645505" y="5370229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2A20AD-7D7D-994B-AF5F-021498C12311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9382056" y="5071298"/>
              <a:ext cx="14990" cy="1842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460565D-D588-D041-84E4-B93A9E1FF9F9}"/>
                </a:ext>
              </a:extLst>
            </p:cNvPr>
            <p:cNvCxnSpPr>
              <a:cxnSpLocks/>
              <a:stCxn id="25" idx="4"/>
              <a:endCxn id="26" idx="0"/>
            </p:cNvCxnSpPr>
            <p:nvPr/>
          </p:nvCxnSpPr>
          <p:spPr>
            <a:xfrm>
              <a:off x="9397046" y="5488300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D7FE2D-3BB1-CA48-B56E-46AEE7F1B75F}"/>
                </a:ext>
              </a:extLst>
            </p:cNvPr>
            <p:cNvSpPr txBox="1"/>
            <p:nvPr/>
          </p:nvSpPr>
          <p:spPr>
            <a:xfrm>
              <a:off x="7755344" y="41418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EA2CE6-911D-BC4E-A12A-B4528E65F042}"/>
                </a:ext>
              </a:extLst>
            </p:cNvPr>
            <p:cNvSpPr txBox="1"/>
            <p:nvPr/>
          </p:nvSpPr>
          <p:spPr>
            <a:xfrm>
              <a:off x="9508575" y="56457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2EDF5B-16BF-F246-8094-4E378B2E937D}"/>
                </a:ext>
              </a:extLst>
            </p:cNvPr>
            <p:cNvSpPr txBox="1"/>
            <p:nvPr/>
          </p:nvSpPr>
          <p:spPr>
            <a:xfrm>
              <a:off x="9439422" y="429013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3C59E87-A15B-9742-BE4F-E889162452BF}"/>
                </a:ext>
              </a:extLst>
            </p:cNvPr>
            <p:cNvSpPr txBox="1"/>
            <p:nvPr/>
          </p:nvSpPr>
          <p:spPr>
            <a:xfrm>
              <a:off x="8713227" y="5567875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DE556C-AB49-E643-BB2D-900A0290DA51}"/>
                </a:ext>
              </a:extLst>
            </p:cNvPr>
            <p:cNvSpPr txBox="1"/>
            <p:nvPr/>
          </p:nvSpPr>
          <p:spPr>
            <a:xfrm>
              <a:off x="7794209" y="5092679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A4624-77FE-BC46-9FD1-5B39B1B9408F}"/>
                </a:ext>
              </a:extLst>
            </p:cNvPr>
            <p:cNvSpPr txBox="1"/>
            <p:nvPr/>
          </p:nvSpPr>
          <p:spPr>
            <a:xfrm>
              <a:off x="10301899" y="5681957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5B14B-19C5-3E44-8E92-F2C7B338043F}"/>
                </a:ext>
              </a:extLst>
            </p:cNvPr>
            <p:cNvSpPr txBox="1"/>
            <p:nvPr/>
          </p:nvSpPr>
          <p:spPr>
            <a:xfrm>
              <a:off x="11455926" y="4582221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89543B0-71A4-584A-A47C-0A872D7A8B8A}"/>
                </a:ext>
              </a:extLst>
            </p:cNvPr>
            <p:cNvGrpSpPr/>
            <p:nvPr/>
          </p:nvGrpSpPr>
          <p:grpSpPr>
            <a:xfrm>
              <a:off x="7402676" y="3966286"/>
              <a:ext cx="462185" cy="175597"/>
              <a:chOff x="7402676" y="3966286"/>
              <a:chExt cx="462185" cy="175597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5352CF4-4769-CF45-BD80-FDE9EDDFDA5F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BD6039E-E383-4643-A18B-96A6F78ECFF5}"/>
                  </a:ext>
                </a:extLst>
              </p:cNvPr>
              <p:cNvCxnSpPr>
                <a:cxnSpLocks/>
                <a:stCxn id="9" idx="5"/>
                <a:endCxn id="43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13E358-58C5-494C-8688-1DCEF2CB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79052" y="39545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82C25DB-F401-BB4A-B9D3-6BFCCFC4AE4B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333" y="395451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F557F2-836F-2347-A671-C5D0B63B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118" y="4348092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B661F0-64B0-0645-AAF4-2D00AAC5D9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399" y="4348092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3CF626-F00C-144C-BE41-82713A8B7B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1772" y="48168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585DF1-C81C-BA4F-96FB-CFAA81317443}"/>
                </a:ext>
              </a:extLst>
            </p:cNvPr>
            <p:cNvCxnSpPr>
              <a:cxnSpLocks/>
            </p:cNvCxnSpPr>
            <p:nvPr/>
          </p:nvCxnSpPr>
          <p:spPr>
            <a:xfrm>
              <a:off x="11413053" y="483185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747676-D3BF-9E4E-8693-4866CA81C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1784" y="48292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1279B7-ADFB-3F49-A72F-1805ACA43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1712" y="4354960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D81E4A7-6DCD-2641-8321-1A512D6C5D79}"/>
                </a:ext>
              </a:extLst>
            </p:cNvPr>
            <p:cNvCxnSpPr>
              <a:cxnSpLocks/>
            </p:cNvCxnSpPr>
            <p:nvPr/>
          </p:nvCxnSpPr>
          <p:spPr>
            <a:xfrm>
              <a:off x="7728003" y="43399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248EEA7-A883-1E45-BB82-C23BC3EEFE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724" y="4367354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B4AA27C-DDAC-6D47-B0A7-6B5290FAD53A}"/>
                </a:ext>
              </a:extLst>
            </p:cNvPr>
            <p:cNvGrpSpPr/>
            <p:nvPr/>
          </p:nvGrpSpPr>
          <p:grpSpPr>
            <a:xfrm>
              <a:off x="7445924" y="5346352"/>
              <a:ext cx="447195" cy="256804"/>
              <a:chOff x="7805810" y="4792566"/>
              <a:chExt cx="447195" cy="256804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01200D4B-9133-134A-8D44-055E1DBE0F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43DC1-2E20-1643-AF09-71DA7781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D79A351-3E4D-834E-9B1E-4087AC6B4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CE88009-9333-4F48-B990-AA4ECA58C621}"/>
                </a:ext>
              </a:extLst>
            </p:cNvPr>
            <p:cNvGrpSpPr/>
            <p:nvPr/>
          </p:nvGrpSpPr>
          <p:grpSpPr>
            <a:xfrm>
              <a:off x="8378385" y="4341397"/>
              <a:ext cx="462185" cy="175597"/>
              <a:chOff x="7402676" y="3966286"/>
              <a:chExt cx="462185" cy="175597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B620B95-5E34-B44A-B2D5-EF260737D0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A31E8D7-5991-004E-A0BC-185456C9F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43BA36B-47C9-7346-B685-8393F0449295}"/>
                </a:ext>
              </a:extLst>
            </p:cNvPr>
            <p:cNvGrpSpPr/>
            <p:nvPr/>
          </p:nvGrpSpPr>
          <p:grpSpPr>
            <a:xfrm>
              <a:off x="8397001" y="5317863"/>
              <a:ext cx="462185" cy="175597"/>
              <a:chOff x="7402676" y="3966286"/>
              <a:chExt cx="462185" cy="17559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C550868-B311-F84D-9621-659FC0D7BB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8317958-F8FF-4844-A04F-C5B2ADC86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0DFDA6E-4E52-8A4D-8D0D-65C6C925D4B2}"/>
                </a:ext>
              </a:extLst>
            </p:cNvPr>
            <p:cNvGrpSpPr/>
            <p:nvPr/>
          </p:nvGrpSpPr>
          <p:grpSpPr>
            <a:xfrm>
              <a:off x="8378100" y="5781560"/>
              <a:ext cx="447195" cy="256804"/>
              <a:chOff x="7805810" y="4792566"/>
              <a:chExt cx="447195" cy="256804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C7FDA25-AC89-8B41-8D5A-B4519160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92960006-DD13-8F4C-9EE5-EC8526FD2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AC3A117-DEB9-6946-BB73-257FB4F28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E9851FD-E808-C344-B55D-8522C17B3AE1}"/>
                </a:ext>
              </a:extLst>
            </p:cNvPr>
            <p:cNvGrpSpPr/>
            <p:nvPr/>
          </p:nvGrpSpPr>
          <p:grpSpPr>
            <a:xfrm>
              <a:off x="9157386" y="5876059"/>
              <a:ext cx="447195" cy="256804"/>
              <a:chOff x="7805810" y="4792566"/>
              <a:chExt cx="447195" cy="25680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469BFA2-AF52-764E-9DB8-7E4AE53691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FF4C2717-DD9C-8048-84B5-14950C8515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1B63D203-9167-0145-A1F4-6DF382565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69A14ED-3D46-D34D-919D-B3BAE279D38F}"/>
                </a:ext>
              </a:extLst>
            </p:cNvPr>
            <p:cNvGrpSpPr/>
            <p:nvPr/>
          </p:nvGrpSpPr>
          <p:grpSpPr>
            <a:xfrm>
              <a:off x="9955273" y="5909962"/>
              <a:ext cx="447195" cy="256804"/>
              <a:chOff x="7805810" y="4792566"/>
              <a:chExt cx="447195" cy="256804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801BD43-0097-DE43-83E4-E0C543364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C71FD90-4C76-264C-846B-C1AA1913C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5F2CA3B8-E6EE-F242-B8F5-41161BA11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B9CAC3-A2A3-B744-A9E7-5FAA26D01F81}"/>
                </a:ext>
              </a:extLst>
            </p:cNvPr>
            <p:cNvGrpSpPr/>
            <p:nvPr/>
          </p:nvGrpSpPr>
          <p:grpSpPr>
            <a:xfrm>
              <a:off x="9142396" y="5036340"/>
              <a:ext cx="462185" cy="175597"/>
              <a:chOff x="7402676" y="3966286"/>
              <a:chExt cx="462185" cy="175597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A8757B12-93F4-DB48-A6C9-A83E98E3F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B75AECE-BB22-4744-984D-D410DA9A5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9B920E7-9E23-AE48-B0CD-9710E38626A3}"/>
                </a:ext>
              </a:extLst>
            </p:cNvPr>
            <p:cNvGrpSpPr/>
            <p:nvPr/>
          </p:nvGrpSpPr>
          <p:grpSpPr>
            <a:xfrm>
              <a:off x="9143210" y="5457799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F32D494-4474-304C-8E39-898D418F7E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49B6752-24CB-904E-9563-DF9D8F268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6E80D3E-177F-FF47-8E1D-41D987A37345}"/>
                </a:ext>
              </a:extLst>
            </p:cNvPr>
            <p:cNvGrpSpPr/>
            <p:nvPr/>
          </p:nvGrpSpPr>
          <p:grpSpPr>
            <a:xfrm>
              <a:off x="9940283" y="5071534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7A5F905-E463-B14B-855F-528438D61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B86B1B6-5E73-C043-B3CB-CDA4E30D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90FA6B-8D3D-284A-AF8C-7593F4CB24DB}"/>
                </a:ext>
              </a:extLst>
            </p:cNvPr>
            <p:cNvGrpSpPr/>
            <p:nvPr/>
          </p:nvGrpSpPr>
          <p:grpSpPr>
            <a:xfrm>
              <a:off x="9922449" y="5508823"/>
              <a:ext cx="462185" cy="175597"/>
              <a:chOff x="7402676" y="3966286"/>
              <a:chExt cx="462185" cy="175597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77D6D25-F671-9341-9A9C-DCC3431136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EE7BB47-57C1-B74E-8537-4BEF37791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473572-A79C-3A45-8659-EEB8662D70D2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V="1">
              <a:off x="10188358" y="5085280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EE1F89E-D444-4A4E-9C7B-F0269DE36F2C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10188358" y="5525330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3D8E74-C0B3-5447-A76D-238284178D32}"/>
                </a:ext>
              </a:extLst>
            </p:cNvPr>
            <p:cNvCxnSpPr>
              <a:cxnSpLocks/>
            </p:cNvCxnSpPr>
            <p:nvPr/>
          </p:nvCxnSpPr>
          <p:spPr>
            <a:xfrm>
              <a:off x="9493383" y="389556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A44F3E0-933C-7943-8F46-5D148944BFF1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09" y="4797217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133073E-669E-9047-9F99-C25AB7A4C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3194" y="4528204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5396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: follow link (&lt;, ==, &gt;) based on current key’s character comparison to character in node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hit</a:t>
            </a:r>
            <a:r>
              <a:rPr lang="en-US" dirty="0"/>
              <a:t> ends on a non-null value: return value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miss</a:t>
            </a:r>
            <a:r>
              <a:rPr lang="en-US" dirty="0"/>
              <a:t> ends on a null value or reaches a null link: return null</a:t>
            </a:r>
          </a:p>
          <a:p>
            <a:pPr lvl="1"/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EBCEF279-24F5-E043-A90D-AB3DC97096DD}"/>
              </a:ext>
            </a:extLst>
          </p:cNvPr>
          <p:cNvSpPr txBox="1"/>
          <p:nvPr/>
        </p:nvSpPr>
        <p:spPr>
          <a:xfrm>
            <a:off x="514866" y="3667062"/>
            <a:ext cx="1287532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get(“shel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  <p:grpSp>
        <p:nvGrpSpPr>
          <p:cNvPr id="5" name="Group 4" descr="example trie showing how get() works">
            <a:extLst>
              <a:ext uri="{FF2B5EF4-FFF2-40B4-BE49-F238E27FC236}">
                <a16:creationId xmlns:a16="http://schemas.microsoft.com/office/drawing/2014/main" id="{0C40F3F5-70F6-1348-816D-3ADF16927517}"/>
              </a:ext>
            </a:extLst>
          </p:cNvPr>
          <p:cNvGrpSpPr/>
          <p:nvPr/>
        </p:nvGrpSpPr>
        <p:grpSpPr>
          <a:xfrm>
            <a:off x="4224761" y="3667062"/>
            <a:ext cx="4272284" cy="2838657"/>
            <a:chOff x="4224761" y="3667062"/>
            <a:chExt cx="4272284" cy="283865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F6875D6-8098-F647-A178-65E6D2B165FF}"/>
                </a:ext>
              </a:extLst>
            </p:cNvPr>
            <p:cNvGrpSpPr/>
            <p:nvPr/>
          </p:nvGrpSpPr>
          <p:grpSpPr>
            <a:xfrm>
              <a:off x="4224761" y="3667062"/>
              <a:ext cx="4272284" cy="2838657"/>
              <a:chOff x="7402676" y="3328109"/>
              <a:chExt cx="4272284" cy="2838657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75C7752-6230-5D4E-B9BD-CC09090BC804}"/>
                  </a:ext>
                </a:extLst>
              </p:cNvPr>
              <p:cNvSpPr/>
              <p:nvPr/>
            </p:nvSpPr>
            <p:spPr>
              <a:xfrm>
                <a:off x="9278955" y="3328109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182CEB2-9403-8E49-8851-3A6DA5D18639}"/>
                  </a:ext>
                </a:extLst>
              </p:cNvPr>
              <p:cNvSpPr/>
              <p:nvPr/>
            </p:nvSpPr>
            <p:spPr>
              <a:xfrm>
                <a:off x="7543565" y="376761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D88CA38-28F3-EF42-A795-4DC41ABF273C}"/>
                  </a:ext>
                </a:extLst>
              </p:cNvPr>
              <p:cNvSpPr/>
              <p:nvPr/>
            </p:nvSpPr>
            <p:spPr>
              <a:xfrm>
                <a:off x="9269257" y="3765703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638C48C-D2ED-424E-8799-5D353379D247}"/>
                  </a:ext>
                </a:extLst>
              </p:cNvPr>
              <p:cNvSpPr/>
              <p:nvPr/>
            </p:nvSpPr>
            <p:spPr>
              <a:xfrm>
                <a:off x="11222588" y="3765703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EF698AE-5296-194A-9C7D-6943D2B5001E}"/>
                  </a:ext>
                </a:extLst>
              </p:cNvPr>
              <p:cNvSpPr/>
              <p:nvPr/>
            </p:nvSpPr>
            <p:spPr>
              <a:xfrm>
                <a:off x="7538083" y="4141958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6BACFCA-87C3-334B-9800-2CB0F3414888}"/>
                  </a:ext>
                </a:extLst>
              </p:cNvPr>
              <p:cNvSpPr/>
              <p:nvPr/>
            </p:nvSpPr>
            <p:spPr>
              <a:xfrm>
                <a:off x="8526510" y="4141958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68A6E1D-7E89-484D-B52E-137AF2982B1D}"/>
                  </a:ext>
                </a:extLst>
              </p:cNvPr>
              <p:cNvSpPr/>
              <p:nvPr/>
            </p:nvSpPr>
            <p:spPr>
              <a:xfrm>
                <a:off x="11234324" y="414469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9E0C077-48A8-8B41-BAF0-438D4415DF22}"/>
                  </a:ext>
                </a:extLst>
              </p:cNvPr>
              <p:cNvSpPr/>
              <p:nvPr/>
            </p:nvSpPr>
            <p:spPr>
              <a:xfrm>
                <a:off x="11232590" y="4606872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F51AB42-6931-AB4C-9E45-D4BA9C284C6D}"/>
                  </a:ext>
                </a:extLst>
              </p:cNvPr>
              <p:cNvSpPr/>
              <p:nvPr/>
            </p:nvSpPr>
            <p:spPr>
              <a:xfrm>
                <a:off x="7581593" y="5150284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D3B0CE4-A07F-1D46-A62C-EDEF7A2758A1}"/>
                  </a:ext>
                </a:extLst>
              </p:cNvPr>
              <p:cNvSpPr/>
              <p:nvPr/>
            </p:nvSpPr>
            <p:spPr>
              <a:xfrm>
                <a:off x="8527638" y="4656913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A550713-7FAD-EE4A-95CA-1737DAD796B7}"/>
                  </a:ext>
                </a:extLst>
              </p:cNvPr>
              <p:cNvSpPr/>
              <p:nvPr/>
            </p:nvSpPr>
            <p:spPr>
              <a:xfrm>
                <a:off x="8535839" y="5137473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0D51F3D-6D1B-774C-839F-0539AE28E2B3}"/>
                  </a:ext>
                </a:extLst>
              </p:cNvPr>
              <p:cNvSpPr/>
              <p:nvPr/>
            </p:nvSpPr>
            <p:spPr>
              <a:xfrm>
                <a:off x="9266338" y="438765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56137BF-1FAC-BE4E-867A-12107CDE7A7B}"/>
                  </a:ext>
                </a:extLst>
              </p:cNvPr>
              <p:cNvSpPr/>
              <p:nvPr/>
            </p:nvSpPr>
            <p:spPr>
              <a:xfrm>
                <a:off x="10076829" y="4852524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0E2731E-0D35-CC4D-91E7-F08447E6E641}"/>
                  </a:ext>
                </a:extLst>
              </p:cNvPr>
              <p:cNvSpPr/>
              <p:nvPr/>
            </p:nvSpPr>
            <p:spPr>
              <a:xfrm>
                <a:off x="10076829" y="5292574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F45EA46-CAC3-BD41-B038-EA878262CC43}"/>
                  </a:ext>
                </a:extLst>
              </p:cNvPr>
              <p:cNvSpPr/>
              <p:nvPr/>
            </p:nvSpPr>
            <p:spPr>
              <a:xfrm>
                <a:off x="8533976" y="5597039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D26138E-94B0-5E46-ACE9-2B9B5D06C70E}"/>
                  </a:ext>
                </a:extLst>
              </p:cNvPr>
              <p:cNvSpPr/>
              <p:nvPr/>
            </p:nvSpPr>
            <p:spPr>
              <a:xfrm>
                <a:off x="10076829" y="5692617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9AEAB5C-6DC9-EB4A-9212-B97C7391CBE1}"/>
                  </a:ext>
                </a:extLst>
              </p:cNvPr>
              <p:cNvSpPr/>
              <p:nvPr/>
            </p:nvSpPr>
            <p:spPr>
              <a:xfrm>
                <a:off x="9270527" y="4838542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6F7DBD8-7889-EA41-89E2-51DDE778E754}"/>
                  </a:ext>
                </a:extLst>
              </p:cNvPr>
              <p:cNvSpPr/>
              <p:nvPr/>
            </p:nvSpPr>
            <p:spPr>
              <a:xfrm>
                <a:off x="9285517" y="5255544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E35DDCE-6B07-6747-9C66-6E57636E8BBA}"/>
                  </a:ext>
                </a:extLst>
              </p:cNvPr>
              <p:cNvSpPr/>
              <p:nvPr/>
            </p:nvSpPr>
            <p:spPr>
              <a:xfrm>
                <a:off x="9287251" y="5651629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B314ECA-D418-CB47-9236-9A6C3FE395A5}"/>
                  </a:ext>
                </a:extLst>
              </p:cNvPr>
              <p:cNvCxnSpPr>
                <a:stCxn id="8" idx="2"/>
                <a:endCxn id="9" idx="7"/>
              </p:cNvCxnSpPr>
              <p:nvPr/>
            </p:nvCxnSpPr>
            <p:spPr>
              <a:xfrm flipH="1">
                <a:off x="7733957" y="3444487"/>
                <a:ext cx="1544998" cy="3572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A898226-958B-B544-AEED-D81CDB4591A4}"/>
                  </a:ext>
                </a:extLst>
              </p:cNvPr>
              <p:cNvCxnSpPr>
                <a:cxnSpLocks/>
                <a:stCxn id="8" idx="6"/>
                <a:endCxn id="11" idx="1"/>
              </p:cNvCxnSpPr>
              <p:nvPr/>
            </p:nvCxnSpPr>
            <p:spPr>
              <a:xfrm>
                <a:off x="9502013" y="3444487"/>
                <a:ext cx="1753242" cy="3553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91BBDF8-3ECD-C746-82E1-B8A3EB425EB8}"/>
                  </a:ext>
                </a:extLst>
              </p:cNvPr>
              <p:cNvCxnSpPr>
                <a:cxnSpLocks/>
                <a:stCxn id="8" idx="4"/>
                <a:endCxn id="10" idx="0"/>
              </p:cNvCxnSpPr>
              <p:nvPr/>
            </p:nvCxnSpPr>
            <p:spPr>
              <a:xfrm flipH="1">
                <a:off x="9380786" y="3560865"/>
                <a:ext cx="9698" cy="204838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F0D9848-DFE9-6849-9A7F-453B2778D4A2}"/>
                  </a:ext>
                </a:extLst>
              </p:cNvPr>
              <p:cNvCxnSpPr>
                <a:cxnSpLocks/>
                <a:stCxn id="9" idx="4"/>
                <a:endCxn id="12" idx="0"/>
              </p:cNvCxnSpPr>
              <p:nvPr/>
            </p:nvCxnSpPr>
            <p:spPr>
              <a:xfrm flipH="1">
                <a:off x="7649612" y="4000372"/>
                <a:ext cx="5482" cy="14158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490AC54-495F-9343-9F95-A94E29267D02}"/>
                  </a:ext>
                </a:extLst>
              </p:cNvPr>
              <p:cNvCxnSpPr>
                <a:cxnSpLocks/>
                <a:stCxn id="11" idx="4"/>
                <a:endCxn id="14" idx="0"/>
              </p:cNvCxnSpPr>
              <p:nvPr/>
            </p:nvCxnSpPr>
            <p:spPr>
              <a:xfrm>
                <a:off x="11334117" y="3998459"/>
                <a:ext cx="11736" cy="14623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F654D20-FE1D-424D-9882-C0287E3A71B3}"/>
                  </a:ext>
                </a:extLst>
              </p:cNvPr>
              <p:cNvCxnSpPr>
                <a:cxnSpLocks/>
                <a:stCxn id="15" idx="0"/>
                <a:endCxn id="14" idx="4"/>
              </p:cNvCxnSpPr>
              <p:nvPr/>
            </p:nvCxnSpPr>
            <p:spPr>
              <a:xfrm flipV="1">
                <a:off x="11344119" y="4377452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68B8526-C68A-8C4C-84EA-D29BB5D4D0E4}"/>
                  </a:ext>
                </a:extLst>
              </p:cNvPr>
              <p:cNvCxnSpPr>
                <a:cxnSpLocks/>
                <a:stCxn id="10" idx="2"/>
                <a:endCxn id="13" idx="0"/>
              </p:cNvCxnSpPr>
              <p:nvPr/>
            </p:nvCxnSpPr>
            <p:spPr>
              <a:xfrm flipH="1">
                <a:off x="8638039" y="3882082"/>
                <a:ext cx="631218" cy="25987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924B364-A684-1241-90DE-9450A28C0ADD}"/>
                  </a:ext>
                </a:extLst>
              </p:cNvPr>
              <p:cNvCxnSpPr>
                <a:cxnSpLocks/>
                <a:stCxn id="17" idx="2"/>
                <a:endCxn id="16" idx="0"/>
              </p:cNvCxnSpPr>
              <p:nvPr/>
            </p:nvCxnSpPr>
            <p:spPr>
              <a:xfrm flipH="1">
                <a:off x="7693122" y="4773291"/>
                <a:ext cx="834516" cy="37699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646C2CB-411E-924D-BA42-028D55CB81CB}"/>
                  </a:ext>
                </a:extLst>
              </p:cNvPr>
              <p:cNvCxnSpPr>
                <a:cxnSpLocks/>
                <a:stCxn id="13" idx="4"/>
                <a:endCxn id="17" idx="0"/>
              </p:cNvCxnSpPr>
              <p:nvPr/>
            </p:nvCxnSpPr>
            <p:spPr>
              <a:xfrm>
                <a:off x="8638039" y="4374714"/>
                <a:ext cx="1128" cy="28219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EBAE484-4DA4-E643-81E9-AB376CC40B33}"/>
                  </a:ext>
                </a:extLst>
              </p:cNvPr>
              <p:cNvCxnSpPr>
                <a:cxnSpLocks/>
                <a:stCxn id="10" idx="4"/>
                <a:endCxn id="19" idx="0"/>
              </p:cNvCxnSpPr>
              <p:nvPr/>
            </p:nvCxnSpPr>
            <p:spPr>
              <a:xfrm flipH="1">
                <a:off x="9377867" y="3998459"/>
                <a:ext cx="2919" cy="389197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A06C6DF-D1E6-974B-9A41-A16CBA45EDC5}"/>
                  </a:ext>
                </a:extLst>
              </p:cNvPr>
              <p:cNvCxnSpPr>
                <a:cxnSpLocks/>
                <a:stCxn id="19" idx="5"/>
                <a:endCxn id="20" idx="0"/>
              </p:cNvCxnSpPr>
              <p:nvPr/>
            </p:nvCxnSpPr>
            <p:spPr>
              <a:xfrm>
                <a:off x="9456730" y="4586326"/>
                <a:ext cx="731628" cy="26619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BBC5E0F-DF08-8247-ACE4-5D412243F313}"/>
                  </a:ext>
                </a:extLst>
              </p:cNvPr>
              <p:cNvCxnSpPr>
                <a:cxnSpLocks/>
                <a:stCxn id="17" idx="4"/>
                <a:endCxn id="18" idx="0"/>
              </p:cNvCxnSpPr>
              <p:nvPr/>
            </p:nvCxnSpPr>
            <p:spPr>
              <a:xfrm>
                <a:off x="8639167" y="4889669"/>
                <a:ext cx="8201" cy="24780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D2EC6475-1BB9-7744-8393-426CA7DB8286}"/>
                  </a:ext>
                </a:extLst>
              </p:cNvPr>
              <p:cNvCxnSpPr>
                <a:cxnSpLocks/>
                <a:stCxn id="19" idx="4"/>
                <a:endCxn id="24" idx="0"/>
              </p:cNvCxnSpPr>
              <p:nvPr/>
            </p:nvCxnSpPr>
            <p:spPr>
              <a:xfrm>
                <a:off x="9377867" y="4620412"/>
                <a:ext cx="4189" cy="21813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39C1BF5-D40D-7148-BFEA-3EA6814A5747}"/>
                  </a:ext>
                </a:extLst>
              </p:cNvPr>
              <p:cNvCxnSpPr>
                <a:cxnSpLocks/>
                <a:stCxn id="18" idx="4"/>
                <a:endCxn id="22" idx="0"/>
              </p:cNvCxnSpPr>
              <p:nvPr/>
            </p:nvCxnSpPr>
            <p:spPr>
              <a:xfrm flipH="1">
                <a:off x="8645505" y="5370229"/>
                <a:ext cx="1863" cy="22681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92A20AD-7D7D-994B-AF5F-021498C12311}"/>
                  </a:ext>
                </a:extLst>
              </p:cNvPr>
              <p:cNvCxnSpPr>
                <a:cxnSpLocks/>
                <a:stCxn id="24" idx="4"/>
                <a:endCxn id="25" idx="0"/>
              </p:cNvCxnSpPr>
              <p:nvPr/>
            </p:nvCxnSpPr>
            <p:spPr>
              <a:xfrm>
                <a:off x="9382056" y="5071298"/>
                <a:ext cx="14990" cy="184246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460565D-D588-D041-84E4-B93A9E1FF9F9}"/>
                  </a:ext>
                </a:extLst>
              </p:cNvPr>
              <p:cNvCxnSpPr>
                <a:cxnSpLocks/>
                <a:stCxn id="25" idx="4"/>
                <a:endCxn id="26" idx="0"/>
              </p:cNvCxnSpPr>
              <p:nvPr/>
            </p:nvCxnSpPr>
            <p:spPr>
              <a:xfrm>
                <a:off x="9397046" y="5488300"/>
                <a:ext cx="1734" cy="16332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9D7FE2D-3BB1-CA48-B56E-46AEE7F1B75F}"/>
                  </a:ext>
                </a:extLst>
              </p:cNvPr>
              <p:cNvSpPr txBox="1"/>
              <p:nvPr/>
            </p:nvSpPr>
            <p:spPr>
              <a:xfrm>
                <a:off x="7755344" y="4141883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0EA2CE6-911D-BC4E-A12A-B4528E65F042}"/>
                  </a:ext>
                </a:extLst>
              </p:cNvPr>
              <p:cNvSpPr txBox="1"/>
              <p:nvPr/>
            </p:nvSpPr>
            <p:spPr>
              <a:xfrm>
                <a:off x="9508575" y="5645721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EDF5B-16BF-F246-8094-4E378B2E937D}"/>
                  </a:ext>
                </a:extLst>
              </p:cNvPr>
              <p:cNvSpPr txBox="1"/>
              <p:nvPr/>
            </p:nvSpPr>
            <p:spPr>
              <a:xfrm>
                <a:off x="9439422" y="4290130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3C59E87-A15B-9742-BE4F-E889162452BF}"/>
                  </a:ext>
                </a:extLst>
              </p:cNvPr>
              <p:cNvSpPr txBox="1"/>
              <p:nvPr/>
            </p:nvSpPr>
            <p:spPr>
              <a:xfrm>
                <a:off x="8713227" y="5567875"/>
                <a:ext cx="240421" cy="25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6DE556C-AB49-E643-BB2D-900A0290DA51}"/>
                  </a:ext>
                </a:extLst>
              </p:cNvPr>
              <p:cNvSpPr txBox="1"/>
              <p:nvPr/>
            </p:nvSpPr>
            <p:spPr>
              <a:xfrm>
                <a:off x="7794209" y="5092679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61A4624-77FE-BC46-9FD1-5B39B1B9408F}"/>
                  </a:ext>
                </a:extLst>
              </p:cNvPr>
              <p:cNvSpPr txBox="1"/>
              <p:nvPr/>
            </p:nvSpPr>
            <p:spPr>
              <a:xfrm>
                <a:off x="10301899" y="5681957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B15B14B-19C5-3E44-8E92-F2C7B338043F}"/>
                  </a:ext>
                </a:extLst>
              </p:cNvPr>
              <p:cNvSpPr txBox="1"/>
              <p:nvPr/>
            </p:nvSpPr>
            <p:spPr>
              <a:xfrm>
                <a:off x="11455926" y="4582221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89543B0-71A4-584A-A47C-0A872D7A8B8A}"/>
                  </a:ext>
                </a:extLst>
              </p:cNvPr>
              <p:cNvGrpSpPr/>
              <p:nvPr/>
            </p:nvGrpSpPr>
            <p:grpSpPr>
              <a:xfrm>
                <a:off x="7402676" y="3966286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55352CF4-4769-CF45-BD80-FDE9EDDFDA5F}"/>
                    </a:ext>
                  </a:extLst>
                </p:cNvPr>
                <p:cNvCxnSpPr>
                  <a:cxnSpLocks/>
                  <a:stCxn id="9" idx="3"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9BD6039E-E383-4643-A18B-96A6F78ECFF5}"/>
                    </a:ext>
                  </a:extLst>
                </p:cNvPr>
                <p:cNvCxnSpPr>
                  <a:cxnSpLocks/>
                  <a:stCxn id="9" idx="5"/>
                  <a:endCxn id="43" idx="0"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213E358-58C5-494C-8688-1DCEF2CB25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79052" y="3954513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882C25DB-F401-BB4A-B9D3-6BFCCFC4AE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10333" y="3954513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3F557F2-836F-2347-A671-C5D0B63B67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96118" y="4348092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7B661F0-64B0-0645-AAF4-2D00AAC5D9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27399" y="4348092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73CF626-F00C-144C-BE41-82713A8B7B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81772" y="4816860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66585DF1-C81C-BA4F-96FB-CFAA813174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13053" y="4831850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8747676-D3BF-9E4E-8693-4866CA81C0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331784" y="4829254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1279B7-ADFB-3F49-A72F-1805ACA435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11712" y="4354960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D81E4A7-6DCD-2641-8321-1A512D6C5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8003" y="4339970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0248EEA7-A883-1E45-BB82-C23BC3EEFE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61724" y="4367354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0B4AA27C-DDAC-6D47-B0A7-6B5290FAD53A}"/>
                  </a:ext>
                </a:extLst>
              </p:cNvPr>
              <p:cNvGrpSpPr/>
              <p:nvPr/>
            </p:nvGrpSpPr>
            <p:grpSpPr>
              <a:xfrm>
                <a:off x="7445924" y="5346352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01200D4B-9133-134A-8D44-055E1DBE0F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95E43DC1-2E20-1643-AF09-71DA778117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4D79A351-3E4D-834E-9B1E-4087AC6B47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ECE88009-9333-4F48-B990-AA4ECA58C621}"/>
                  </a:ext>
                </a:extLst>
              </p:cNvPr>
              <p:cNvGrpSpPr/>
              <p:nvPr/>
            </p:nvGrpSpPr>
            <p:grpSpPr>
              <a:xfrm>
                <a:off x="8378385" y="4341397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5B620B95-5E34-B44A-B2D5-EF260737D0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CA31E8D7-5991-004E-A0BC-185456C9F3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043BA36B-47C9-7346-B685-8393F0449295}"/>
                  </a:ext>
                </a:extLst>
              </p:cNvPr>
              <p:cNvGrpSpPr/>
              <p:nvPr/>
            </p:nvGrpSpPr>
            <p:grpSpPr>
              <a:xfrm>
                <a:off x="8397001" y="5317863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9C550868-B311-F84D-9621-659FC0D7BB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C8317958-F8FF-4844-A04F-C5B2ADC86F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10DFDA6E-4E52-8A4D-8D0D-65C6C925D4B2}"/>
                  </a:ext>
                </a:extLst>
              </p:cNvPr>
              <p:cNvGrpSpPr/>
              <p:nvPr/>
            </p:nvGrpSpPr>
            <p:grpSpPr>
              <a:xfrm>
                <a:off x="8378100" y="5781560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BC7FDA25-AC89-8B41-8D5A-B451916018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92960006-DD13-8F4C-9EE5-EC8526FD20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6AC3A117-DEB9-6946-BB73-257FB4F28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1E9851FD-E808-C344-B55D-8522C17B3AE1}"/>
                  </a:ext>
                </a:extLst>
              </p:cNvPr>
              <p:cNvGrpSpPr/>
              <p:nvPr/>
            </p:nvGrpSpPr>
            <p:grpSpPr>
              <a:xfrm>
                <a:off x="9157386" y="5876059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0469BFA2-AF52-764E-9DB8-7E4AE53691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FF4C2717-DD9C-8048-84B5-14950C8515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1B63D203-9167-0145-A1F4-6DF3825657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B69A14ED-3D46-D34D-919D-B3BAE279D38F}"/>
                  </a:ext>
                </a:extLst>
              </p:cNvPr>
              <p:cNvGrpSpPr/>
              <p:nvPr/>
            </p:nvGrpSpPr>
            <p:grpSpPr>
              <a:xfrm>
                <a:off x="9955273" y="5909962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E801BD43-0097-DE43-83E4-E0C5433645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1C71FD90-4C76-264C-846B-C1AA1913CD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5F2CA3B8-E6EE-F242-B8F5-41161BA119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68B9CAC3-A2A3-B744-A9E7-5FAA26D01F81}"/>
                  </a:ext>
                </a:extLst>
              </p:cNvPr>
              <p:cNvGrpSpPr/>
              <p:nvPr/>
            </p:nvGrpSpPr>
            <p:grpSpPr>
              <a:xfrm>
                <a:off x="9142396" y="5036340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A8757B12-93F4-DB48-A6C9-A83E98E3F1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9B75AECE-BB22-4744-984D-D410DA9A57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F9B920E7-9E23-AE48-B0CD-9710E38626A3}"/>
                  </a:ext>
                </a:extLst>
              </p:cNvPr>
              <p:cNvGrpSpPr/>
              <p:nvPr/>
            </p:nvGrpSpPr>
            <p:grpSpPr>
              <a:xfrm>
                <a:off x="9143210" y="5457799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AF32D494-4474-304C-8E39-898D418F7E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849B6752-24CB-904E-9563-DF9D8F2688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66E80D3E-177F-FF47-8E1D-41D987A37345}"/>
                  </a:ext>
                </a:extLst>
              </p:cNvPr>
              <p:cNvGrpSpPr/>
              <p:nvPr/>
            </p:nvGrpSpPr>
            <p:grpSpPr>
              <a:xfrm>
                <a:off x="9940283" y="5071534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A7A5F905-E463-B14B-855F-528438D618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6B86B1B6-5E73-C043-B3CB-CDA4E30D3D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4990FA6B-8D3D-284A-AF8C-7593F4CB24DB}"/>
                  </a:ext>
                </a:extLst>
              </p:cNvPr>
              <p:cNvGrpSpPr/>
              <p:nvPr/>
            </p:nvGrpSpPr>
            <p:grpSpPr>
              <a:xfrm>
                <a:off x="9922449" y="5508823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377D6D25-F671-9341-9A9C-DCC3431136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EEE7BB47-57C1-B74E-8537-4BEF377914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A473572-A79C-3A45-8659-EEB8662D70D2}"/>
                  </a:ext>
                </a:extLst>
              </p:cNvPr>
              <p:cNvCxnSpPr>
                <a:cxnSpLocks/>
                <a:stCxn id="21" idx="0"/>
                <a:endCxn id="20" idx="4"/>
              </p:cNvCxnSpPr>
              <p:nvPr/>
            </p:nvCxnSpPr>
            <p:spPr>
              <a:xfrm flipV="1">
                <a:off x="10188358" y="5085280"/>
                <a:ext cx="0" cy="20729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EE1F89E-D444-4A4E-9C7B-F0269DE36F2C}"/>
                  </a:ext>
                </a:extLst>
              </p:cNvPr>
              <p:cNvCxnSpPr>
                <a:cxnSpLocks/>
                <a:stCxn id="23" idx="0"/>
                <a:endCxn id="21" idx="4"/>
              </p:cNvCxnSpPr>
              <p:nvPr/>
            </p:nvCxnSpPr>
            <p:spPr>
              <a:xfrm flipV="1">
                <a:off x="10188358" y="5525330"/>
                <a:ext cx="0" cy="16728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C3D8E74-C0B3-5447-A76D-238284178D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3383" y="3895567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0A44F3E0-933C-7943-8F46-5D148944B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46309" y="4797217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0133073E-669E-9047-9F99-C25AB7A4CB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03194" y="4528204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E4C5116-2092-FC4D-9CA3-2ADD4D1E45D8}"/>
                </a:ext>
              </a:extLst>
            </p:cNvPr>
            <p:cNvSpPr txBox="1"/>
            <p:nvPr/>
          </p:nvSpPr>
          <p:spPr>
            <a:xfrm>
              <a:off x="6258410" y="553749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62016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 (&lt;, ==, &gt;) based on current key’s character comparison to character in node 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  <a:p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8285FC9C-CB10-E841-B1AE-B1BBD09FC080}"/>
              </a:ext>
            </a:extLst>
          </p:cNvPr>
          <p:cNvSpPr txBox="1"/>
          <p:nvPr/>
        </p:nvSpPr>
        <p:spPr>
          <a:xfrm>
            <a:off x="514866" y="3667062"/>
            <a:ext cx="1659429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put(“shells”, 3)</a:t>
            </a:r>
          </a:p>
        </p:txBody>
      </p:sp>
      <p:grpSp>
        <p:nvGrpSpPr>
          <p:cNvPr id="100" name="Group 99" descr="example trie showing how put() works">
            <a:extLst>
              <a:ext uri="{FF2B5EF4-FFF2-40B4-BE49-F238E27FC236}">
                <a16:creationId xmlns:a16="http://schemas.microsoft.com/office/drawing/2014/main" id="{660FDAEF-CC77-474B-B759-63D5BB98ADED}"/>
              </a:ext>
            </a:extLst>
          </p:cNvPr>
          <p:cNvGrpSpPr/>
          <p:nvPr/>
        </p:nvGrpSpPr>
        <p:grpSpPr>
          <a:xfrm>
            <a:off x="4556042" y="3667062"/>
            <a:ext cx="3521298" cy="473593"/>
            <a:chOff x="4556042" y="3667062"/>
            <a:chExt cx="3521298" cy="47359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40E8E31-B4E0-8643-8602-C9D396F8A95B}"/>
                </a:ext>
              </a:extLst>
            </p:cNvPr>
            <p:cNvSpPr/>
            <p:nvPr/>
          </p:nvSpPr>
          <p:spPr>
            <a:xfrm>
              <a:off x="6101040" y="3667062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D7287C7-6417-2343-9740-819CDDD1E0B3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4556042" y="3783440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C40DE2F-3FC2-834A-AA59-78508ED415D0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6324098" y="3783440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CB5B6F-EA25-C54A-B456-4106299FDA2E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flipH="1">
              <a:off x="6202871" y="3899818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 descr="example trie showing how put() works">
            <a:extLst>
              <a:ext uri="{FF2B5EF4-FFF2-40B4-BE49-F238E27FC236}">
                <a16:creationId xmlns:a16="http://schemas.microsoft.com/office/drawing/2014/main" id="{16BD4FC3-01BB-E642-8DE1-F69FAAFDB7BE}"/>
              </a:ext>
            </a:extLst>
          </p:cNvPr>
          <p:cNvGrpSpPr/>
          <p:nvPr/>
        </p:nvGrpSpPr>
        <p:grpSpPr>
          <a:xfrm>
            <a:off x="5979471" y="5984674"/>
            <a:ext cx="664095" cy="487142"/>
            <a:chOff x="5979471" y="5984674"/>
            <a:chExt cx="664095" cy="487142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C80AE71-13FF-864A-816E-39B8EFB411C9}"/>
                </a:ext>
              </a:extLst>
            </p:cNvPr>
            <p:cNvSpPr/>
            <p:nvPr/>
          </p:nvSpPr>
          <p:spPr>
            <a:xfrm>
              <a:off x="6109336" y="5990582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B61B61-1A52-2747-AD9B-3FE29B011601}"/>
                </a:ext>
              </a:extLst>
            </p:cNvPr>
            <p:cNvSpPr txBox="1"/>
            <p:nvPr/>
          </p:nvSpPr>
          <p:spPr>
            <a:xfrm>
              <a:off x="6330660" y="598467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5918027-9753-0344-BAF1-2454813AD6F0}"/>
                </a:ext>
              </a:extLst>
            </p:cNvPr>
            <p:cNvGrpSpPr/>
            <p:nvPr/>
          </p:nvGrpSpPr>
          <p:grpSpPr>
            <a:xfrm>
              <a:off x="5979471" y="6215012"/>
              <a:ext cx="447195" cy="256804"/>
              <a:chOff x="7805810" y="4792566"/>
              <a:chExt cx="447195" cy="256804"/>
            </a:xfrm>
          </p:grpSpPr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90F1EA06-B274-F043-943C-4C7797C534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B81F0B5-5F58-5342-BDB1-526A8E5820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C659C6B-742C-2542-BB58-4010CBADBC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3" name="Group 102" descr="example trie showing how put() works">
            <a:extLst>
              <a:ext uri="{FF2B5EF4-FFF2-40B4-BE49-F238E27FC236}">
                <a16:creationId xmlns:a16="http://schemas.microsoft.com/office/drawing/2014/main" id="{08B62F7F-0874-5143-B9A1-23A08E272786}"/>
              </a:ext>
            </a:extLst>
          </p:cNvPr>
          <p:cNvGrpSpPr/>
          <p:nvPr/>
        </p:nvGrpSpPr>
        <p:grpSpPr>
          <a:xfrm>
            <a:off x="5964481" y="5177495"/>
            <a:ext cx="462185" cy="417002"/>
            <a:chOff x="5964481" y="5177495"/>
            <a:chExt cx="462185" cy="41700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0BFF03E-B985-A84A-8272-48099C94A830}"/>
                </a:ext>
              </a:extLst>
            </p:cNvPr>
            <p:cNvSpPr/>
            <p:nvPr/>
          </p:nvSpPr>
          <p:spPr>
            <a:xfrm>
              <a:off x="6092612" y="5177495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368D329-6CE7-F246-ABA6-F6976E85C150}"/>
                </a:ext>
              </a:extLst>
            </p:cNvPr>
            <p:cNvCxnSpPr>
              <a:cxnSpLocks/>
              <a:stCxn id="22" idx="4"/>
              <a:endCxn id="23" idx="0"/>
            </p:cNvCxnSpPr>
            <p:nvPr/>
          </p:nvCxnSpPr>
          <p:spPr>
            <a:xfrm>
              <a:off x="6204141" y="5410251"/>
              <a:ext cx="14990" cy="1842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7678E55-F5BF-7F41-9028-33E0EDD0D6C6}"/>
                </a:ext>
              </a:extLst>
            </p:cNvPr>
            <p:cNvGrpSpPr/>
            <p:nvPr/>
          </p:nvGrpSpPr>
          <p:grpSpPr>
            <a:xfrm>
              <a:off x="5964481" y="5375293"/>
              <a:ext cx="462185" cy="175597"/>
              <a:chOff x="7402676" y="3966286"/>
              <a:chExt cx="462185" cy="17559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C7EFFD0-33DA-9D44-AD05-B5FE90DA02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8E8E689E-15DE-9B4C-881D-0A704EB852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4" name="Group 103" descr="example trie showing how put() works">
            <a:extLst>
              <a:ext uri="{FF2B5EF4-FFF2-40B4-BE49-F238E27FC236}">
                <a16:creationId xmlns:a16="http://schemas.microsoft.com/office/drawing/2014/main" id="{F9F3F662-FBEF-B342-9D48-A4230C4BF9AF}"/>
              </a:ext>
            </a:extLst>
          </p:cNvPr>
          <p:cNvGrpSpPr/>
          <p:nvPr/>
        </p:nvGrpSpPr>
        <p:grpSpPr>
          <a:xfrm>
            <a:off x="5965295" y="5594497"/>
            <a:ext cx="462185" cy="396085"/>
            <a:chOff x="5965295" y="5594497"/>
            <a:chExt cx="462185" cy="39608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AE421B1-7E2C-6245-9F77-4A85C57161D8}"/>
                </a:ext>
              </a:extLst>
            </p:cNvPr>
            <p:cNvSpPr/>
            <p:nvPr/>
          </p:nvSpPr>
          <p:spPr>
            <a:xfrm>
              <a:off x="6107602" y="5594497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0320762-D6E8-8C4F-8094-2D5F3F9F9AAA}"/>
                </a:ext>
              </a:extLst>
            </p:cNvPr>
            <p:cNvCxnSpPr>
              <a:cxnSpLocks/>
              <a:stCxn id="23" idx="4"/>
              <a:endCxn id="24" idx="0"/>
            </p:cNvCxnSpPr>
            <p:nvPr/>
          </p:nvCxnSpPr>
          <p:spPr>
            <a:xfrm>
              <a:off x="6219131" y="5827253"/>
              <a:ext cx="1734" cy="16332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9D78BBFE-46BE-4B46-92AD-047AB7C3E041}"/>
                </a:ext>
              </a:extLst>
            </p:cNvPr>
            <p:cNvGrpSpPr/>
            <p:nvPr/>
          </p:nvGrpSpPr>
          <p:grpSpPr>
            <a:xfrm>
              <a:off x="5965295" y="5796752"/>
              <a:ext cx="462185" cy="175597"/>
              <a:chOff x="7402676" y="3966286"/>
              <a:chExt cx="462185" cy="175597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82E435B0-951B-694E-9F42-BCF7F757D6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5FA37BF-9457-B74E-81DC-862DE86A2D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1" name="Group 100" descr="example trie showing how put() works">
            <a:extLst>
              <a:ext uri="{FF2B5EF4-FFF2-40B4-BE49-F238E27FC236}">
                <a16:creationId xmlns:a16="http://schemas.microsoft.com/office/drawing/2014/main" id="{EB3C414E-AB5C-C34A-8F2C-AD087DFE0DC0}"/>
              </a:ext>
            </a:extLst>
          </p:cNvPr>
          <p:cNvGrpSpPr/>
          <p:nvPr/>
        </p:nvGrpSpPr>
        <p:grpSpPr>
          <a:xfrm>
            <a:off x="5460124" y="4104656"/>
            <a:ext cx="986248" cy="621953"/>
            <a:chOff x="5460124" y="4104656"/>
            <a:chExt cx="986248" cy="62195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49A0B8-EF6E-B548-BDB3-6AC6A3B7D2F3}"/>
                </a:ext>
              </a:extLst>
            </p:cNvPr>
            <p:cNvSpPr/>
            <p:nvPr/>
          </p:nvSpPr>
          <p:spPr>
            <a:xfrm>
              <a:off x="6091342" y="4104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F97F147-D4F1-A444-A1BA-A811C81375E1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5460124" y="4221035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0134131-62DC-D143-9670-817AB0FE20DD}"/>
                </a:ext>
              </a:extLst>
            </p:cNvPr>
            <p:cNvCxnSpPr>
              <a:cxnSpLocks/>
              <a:stCxn id="8" idx="4"/>
              <a:endCxn id="17" idx="0"/>
            </p:cNvCxnSpPr>
            <p:nvPr/>
          </p:nvCxnSpPr>
          <p:spPr>
            <a:xfrm flipH="1">
              <a:off x="6199952" y="4337412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93D758B-F61C-AC4D-B5BB-72ED3A9AD00D}"/>
                </a:ext>
              </a:extLst>
            </p:cNvPr>
            <p:cNvCxnSpPr>
              <a:cxnSpLocks/>
            </p:cNvCxnSpPr>
            <p:nvPr/>
          </p:nvCxnSpPr>
          <p:spPr>
            <a:xfrm>
              <a:off x="6315468" y="423452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 descr="example trie showing how put() works">
            <a:extLst>
              <a:ext uri="{FF2B5EF4-FFF2-40B4-BE49-F238E27FC236}">
                <a16:creationId xmlns:a16="http://schemas.microsoft.com/office/drawing/2014/main" id="{7A782C18-00F8-574C-8763-3697ED10248C}"/>
              </a:ext>
            </a:extLst>
          </p:cNvPr>
          <p:cNvGrpSpPr/>
          <p:nvPr/>
        </p:nvGrpSpPr>
        <p:grpSpPr>
          <a:xfrm>
            <a:off x="5925279" y="4726609"/>
            <a:ext cx="1085164" cy="464868"/>
            <a:chOff x="5925279" y="4726609"/>
            <a:chExt cx="1085164" cy="46486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2D85B43-BDBC-7342-B71F-D2775C9D0C5F}"/>
                </a:ext>
              </a:extLst>
            </p:cNvPr>
            <p:cNvSpPr/>
            <p:nvPr/>
          </p:nvSpPr>
          <p:spPr>
            <a:xfrm>
              <a:off x="6088423" y="47266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8E21CB8-9692-1841-95CB-6F8984CBDE5C}"/>
                </a:ext>
              </a:extLst>
            </p:cNvPr>
            <p:cNvCxnSpPr>
              <a:cxnSpLocks/>
              <a:stCxn id="17" idx="5"/>
            </p:cNvCxnSpPr>
            <p:nvPr/>
          </p:nvCxnSpPr>
          <p:spPr>
            <a:xfrm>
              <a:off x="6278815" y="4925279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1D6551F-17DC-4745-8357-DEE9A94AAD44}"/>
                </a:ext>
              </a:extLst>
            </p:cNvPr>
            <p:cNvCxnSpPr>
              <a:cxnSpLocks/>
              <a:stCxn id="17" idx="4"/>
              <a:endCxn id="22" idx="0"/>
            </p:cNvCxnSpPr>
            <p:nvPr/>
          </p:nvCxnSpPr>
          <p:spPr>
            <a:xfrm>
              <a:off x="6199952" y="4959365"/>
              <a:ext cx="4189" cy="21813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E1EFD4E-8479-BB40-895D-77675F316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5279" y="4867157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221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 (&lt;, ==, &gt;) based on current key’s character comparison to character in node 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  <a:p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8285FC9C-CB10-E841-B1AE-B1BBD09FC080}"/>
              </a:ext>
            </a:extLst>
          </p:cNvPr>
          <p:cNvSpPr txBox="1"/>
          <p:nvPr/>
        </p:nvSpPr>
        <p:spPr>
          <a:xfrm>
            <a:off x="514866" y="3667062"/>
            <a:ext cx="1531188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put(“sells”, 1)</a:t>
            </a:r>
          </a:p>
        </p:txBody>
      </p:sp>
      <p:grpSp>
        <p:nvGrpSpPr>
          <p:cNvPr id="202" name="Group 201" descr="example trie showing how put() works">
            <a:extLst>
              <a:ext uri="{FF2B5EF4-FFF2-40B4-BE49-F238E27FC236}">
                <a16:creationId xmlns:a16="http://schemas.microsoft.com/office/drawing/2014/main" id="{B2DE80BD-3164-4A45-841D-A53D1FB97DFB}"/>
              </a:ext>
            </a:extLst>
          </p:cNvPr>
          <p:cNvGrpSpPr/>
          <p:nvPr/>
        </p:nvGrpSpPr>
        <p:grpSpPr>
          <a:xfrm>
            <a:off x="5200470" y="4480911"/>
            <a:ext cx="462185" cy="514955"/>
            <a:chOff x="5200470" y="4480911"/>
            <a:chExt cx="462185" cy="514955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C1E216C4-36AD-DB4C-A2CA-1801482A065C}"/>
                </a:ext>
              </a:extLst>
            </p:cNvPr>
            <p:cNvSpPr/>
            <p:nvPr/>
          </p:nvSpPr>
          <p:spPr>
            <a:xfrm>
              <a:off x="5348595" y="4480911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D8EEFD6-EEC3-F24D-9BDE-D48FC2F0906C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5460124" y="4713667"/>
              <a:ext cx="1128" cy="28219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DF04A6BE-F62F-0945-87EF-FACC5ECB970A}"/>
                </a:ext>
              </a:extLst>
            </p:cNvPr>
            <p:cNvGrpSpPr/>
            <p:nvPr/>
          </p:nvGrpSpPr>
          <p:grpSpPr>
            <a:xfrm>
              <a:off x="5200470" y="4680350"/>
              <a:ext cx="462185" cy="175597"/>
              <a:chOff x="7402676" y="3966286"/>
              <a:chExt cx="462185" cy="175597"/>
            </a:xfrm>
          </p:grpSpPr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8A8C5B0F-6226-3245-BD5D-7CA83B1ACB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68D27FA5-E782-9346-BC9B-78102FBE1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" name="Group 203" descr="example trie showing how put() works">
            <a:extLst>
              <a:ext uri="{FF2B5EF4-FFF2-40B4-BE49-F238E27FC236}">
                <a16:creationId xmlns:a16="http://schemas.microsoft.com/office/drawing/2014/main" id="{1B914309-BACD-C749-9EF2-ED669A64AA70}"/>
              </a:ext>
            </a:extLst>
          </p:cNvPr>
          <p:cNvGrpSpPr/>
          <p:nvPr/>
        </p:nvGrpSpPr>
        <p:grpSpPr>
          <a:xfrm>
            <a:off x="5219086" y="5476426"/>
            <a:ext cx="462185" cy="459566"/>
            <a:chOff x="5219086" y="5476426"/>
            <a:chExt cx="462185" cy="459566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42E8CB5-514C-A549-A7D7-001E41FE28DE}"/>
                </a:ext>
              </a:extLst>
            </p:cNvPr>
            <p:cNvSpPr/>
            <p:nvPr/>
          </p:nvSpPr>
          <p:spPr>
            <a:xfrm>
              <a:off x="5357924" y="547642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F02BAAC-04B0-384C-9BCB-F4935AF59500}"/>
                </a:ext>
              </a:extLst>
            </p:cNvPr>
            <p:cNvCxnSpPr>
              <a:cxnSpLocks/>
              <a:stCxn id="117" idx="4"/>
              <a:endCxn id="121" idx="0"/>
            </p:cNvCxnSpPr>
            <p:nvPr/>
          </p:nvCxnSpPr>
          <p:spPr>
            <a:xfrm flipH="1">
              <a:off x="5467590" y="5709182"/>
              <a:ext cx="1863" cy="22681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48778230-D1F1-4648-9276-F00EAF3B3B7D}"/>
                </a:ext>
              </a:extLst>
            </p:cNvPr>
            <p:cNvGrpSpPr/>
            <p:nvPr/>
          </p:nvGrpSpPr>
          <p:grpSpPr>
            <a:xfrm>
              <a:off x="5219086" y="5656816"/>
              <a:ext cx="462185" cy="175597"/>
              <a:chOff x="7402676" y="3966286"/>
              <a:chExt cx="462185" cy="175597"/>
            </a:xfrm>
          </p:grpSpPr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863698D4-5950-2849-8AB9-5D205D6E66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3B5A1B22-C1AE-5E4A-9525-5A83A6EB7A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5" name="Group 204" descr="example trie showing how put() works">
            <a:extLst>
              <a:ext uri="{FF2B5EF4-FFF2-40B4-BE49-F238E27FC236}">
                <a16:creationId xmlns:a16="http://schemas.microsoft.com/office/drawing/2014/main" id="{49577DBF-D918-954F-ABEE-AE376BBB0654}"/>
              </a:ext>
            </a:extLst>
          </p:cNvPr>
          <p:cNvGrpSpPr/>
          <p:nvPr/>
        </p:nvGrpSpPr>
        <p:grpSpPr>
          <a:xfrm>
            <a:off x="5200185" y="5906828"/>
            <a:ext cx="575548" cy="500469"/>
            <a:chOff x="5200185" y="5906828"/>
            <a:chExt cx="575548" cy="500469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9A854279-1B34-8245-9284-D9CC775D3294}"/>
                </a:ext>
              </a:extLst>
            </p:cNvPr>
            <p:cNvSpPr/>
            <p:nvPr/>
          </p:nvSpPr>
          <p:spPr>
            <a:xfrm>
              <a:off x="5356061" y="5935992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4F1EA6AB-2922-C34C-92EF-0EF87BA2320C}"/>
                </a:ext>
              </a:extLst>
            </p:cNvPr>
            <p:cNvSpPr txBox="1"/>
            <p:nvPr/>
          </p:nvSpPr>
          <p:spPr>
            <a:xfrm>
              <a:off x="5535312" y="5906828"/>
              <a:ext cx="2404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D32EE57C-DBD1-D848-9097-0497BD1D51E7}"/>
                </a:ext>
              </a:extLst>
            </p:cNvPr>
            <p:cNvGrpSpPr/>
            <p:nvPr/>
          </p:nvGrpSpPr>
          <p:grpSpPr>
            <a:xfrm>
              <a:off x="5200185" y="6150493"/>
              <a:ext cx="447195" cy="256804"/>
              <a:chOff x="7805810" y="4792566"/>
              <a:chExt cx="447195" cy="256804"/>
            </a:xfrm>
          </p:grpSpPr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5CE0096B-BC49-3044-BE56-5ABFD9BE44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BC205E27-F23D-8245-A8DF-88F45C070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F16C4004-D6D3-5241-8512-B34D99672B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3" name="Group 202" descr="example trie showing how put() works">
            <a:extLst>
              <a:ext uri="{FF2B5EF4-FFF2-40B4-BE49-F238E27FC236}">
                <a16:creationId xmlns:a16="http://schemas.microsoft.com/office/drawing/2014/main" id="{4DA508E1-9F44-E848-A7BE-25C6E60148F9}"/>
              </a:ext>
            </a:extLst>
          </p:cNvPr>
          <p:cNvGrpSpPr/>
          <p:nvPr/>
        </p:nvGrpSpPr>
        <p:grpSpPr>
          <a:xfrm>
            <a:off x="4515207" y="4995866"/>
            <a:ext cx="1184091" cy="493371"/>
            <a:chOff x="4515207" y="4995866"/>
            <a:chExt cx="1184091" cy="493371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CAE2D60D-C66E-5446-8F04-BD1A182B5EF0}"/>
                </a:ext>
              </a:extLst>
            </p:cNvPr>
            <p:cNvSpPr/>
            <p:nvPr/>
          </p:nvSpPr>
          <p:spPr>
            <a:xfrm>
              <a:off x="5349723" y="499586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57E8B08-C08B-5D46-AD59-1C0134553180}"/>
                </a:ext>
              </a:extLst>
            </p:cNvPr>
            <p:cNvCxnSpPr>
              <a:cxnSpLocks/>
              <a:stCxn id="116" idx="2"/>
            </p:cNvCxnSpPr>
            <p:nvPr/>
          </p:nvCxnSpPr>
          <p:spPr>
            <a:xfrm flipH="1">
              <a:off x="4515207" y="5112244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C87F7A6-B3EC-C140-9E4A-BD965A757742}"/>
                </a:ext>
              </a:extLst>
            </p:cNvPr>
            <p:cNvCxnSpPr>
              <a:cxnSpLocks/>
              <a:stCxn id="116" idx="4"/>
              <a:endCxn id="117" idx="0"/>
            </p:cNvCxnSpPr>
            <p:nvPr/>
          </p:nvCxnSpPr>
          <p:spPr>
            <a:xfrm>
              <a:off x="5461252" y="5228622"/>
              <a:ext cx="8201" cy="24780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C7A1BD76-7E73-EE43-B739-D4A78E8F43E9}"/>
                </a:ext>
              </a:extLst>
            </p:cNvPr>
            <p:cNvCxnSpPr>
              <a:cxnSpLocks/>
            </p:cNvCxnSpPr>
            <p:nvPr/>
          </p:nvCxnSpPr>
          <p:spPr>
            <a:xfrm>
              <a:off x="5568394" y="51361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Group 200" descr="example trie showing how put() works">
            <a:extLst>
              <a:ext uri="{FF2B5EF4-FFF2-40B4-BE49-F238E27FC236}">
                <a16:creationId xmlns:a16="http://schemas.microsoft.com/office/drawing/2014/main" id="{A4030C44-620F-D84E-A152-A66135BF31FC}"/>
              </a:ext>
            </a:extLst>
          </p:cNvPr>
          <p:cNvGrpSpPr/>
          <p:nvPr/>
        </p:nvGrpSpPr>
        <p:grpSpPr>
          <a:xfrm>
            <a:off x="4556042" y="3667062"/>
            <a:ext cx="3521298" cy="2804754"/>
            <a:chOff x="4556042" y="3667062"/>
            <a:chExt cx="3521298" cy="280475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7E5F3D07-B843-5642-909A-31427669E19A}"/>
                </a:ext>
              </a:extLst>
            </p:cNvPr>
            <p:cNvSpPr/>
            <p:nvPr/>
          </p:nvSpPr>
          <p:spPr>
            <a:xfrm>
              <a:off x="6101040" y="3667062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C4E2B85-1D8F-4346-BDF3-94B09A270126}"/>
                </a:ext>
              </a:extLst>
            </p:cNvPr>
            <p:cNvSpPr/>
            <p:nvPr/>
          </p:nvSpPr>
          <p:spPr>
            <a:xfrm>
              <a:off x="6091342" y="4104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73311DB8-F16F-6746-B1D5-D602C4F48D95}"/>
                </a:ext>
              </a:extLst>
            </p:cNvPr>
            <p:cNvSpPr/>
            <p:nvPr/>
          </p:nvSpPr>
          <p:spPr>
            <a:xfrm>
              <a:off x="6088423" y="472660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BE80425A-197C-E848-BDB7-4FD306AF3265}"/>
                </a:ext>
              </a:extLst>
            </p:cNvPr>
            <p:cNvSpPr/>
            <p:nvPr/>
          </p:nvSpPr>
          <p:spPr>
            <a:xfrm>
              <a:off x="6092612" y="5177495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539444F-216F-4645-B61F-F1C1A2EE255E}"/>
                </a:ext>
              </a:extLst>
            </p:cNvPr>
            <p:cNvSpPr/>
            <p:nvPr/>
          </p:nvSpPr>
          <p:spPr>
            <a:xfrm>
              <a:off x="6107602" y="559449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94BF416F-2568-6B45-B82D-2705D7A177A6}"/>
                </a:ext>
              </a:extLst>
            </p:cNvPr>
            <p:cNvSpPr/>
            <p:nvPr/>
          </p:nvSpPr>
          <p:spPr>
            <a:xfrm>
              <a:off x="6109336" y="599058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76CCFE0-BFA1-384F-80A0-FDFA46F697A1}"/>
                </a:ext>
              </a:extLst>
            </p:cNvPr>
            <p:cNvCxnSpPr>
              <a:cxnSpLocks/>
              <a:stCxn id="107" idx="2"/>
            </p:cNvCxnSpPr>
            <p:nvPr/>
          </p:nvCxnSpPr>
          <p:spPr>
            <a:xfrm flipH="1">
              <a:off x="4556042" y="3783440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DA1AC1E-52D9-224C-811F-87871CABA2D4}"/>
                </a:ext>
              </a:extLst>
            </p:cNvPr>
            <p:cNvCxnSpPr>
              <a:cxnSpLocks/>
              <a:stCxn id="107" idx="6"/>
            </p:cNvCxnSpPr>
            <p:nvPr/>
          </p:nvCxnSpPr>
          <p:spPr>
            <a:xfrm>
              <a:off x="6324098" y="3783440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AC69EA9-DBC8-DD4F-A987-C9EEB2224256}"/>
                </a:ext>
              </a:extLst>
            </p:cNvPr>
            <p:cNvCxnSpPr>
              <a:cxnSpLocks/>
              <a:stCxn id="107" idx="4"/>
              <a:endCxn id="109" idx="0"/>
            </p:cNvCxnSpPr>
            <p:nvPr/>
          </p:nvCxnSpPr>
          <p:spPr>
            <a:xfrm flipH="1">
              <a:off x="6202871" y="3899818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74C59C5-139D-4344-84A2-1522A698C8B3}"/>
                </a:ext>
              </a:extLst>
            </p:cNvPr>
            <p:cNvCxnSpPr>
              <a:cxnSpLocks/>
              <a:stCxn id="109" idx="2"/>
              <a:endCxn id="112" idx="0"/>
            </p:cNvCxnSpPr>
            <p:nvPr/>
          </p:nvCxnSpPr>
          <p:spPr>
            <a:xfrm flipH="1">
              <a:off x="5460124" y="4221035"/>
              <a:ext cx="631218" cy="25987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2B492DF-71CF-0F49-9C41-D3FC4CCA4119}"/>
                </a:ext>
              </a:extLst>
            </p:cNvPr>
            <p:cNvCxnSpPr>
              <a:cxnSpLocks/>
              <a:stCxn id="109" idx="4"/>
              <a:endCxn id="118" idx="0"/>
            </p:cNvCxnSpPr>
            <p:nvPr/>
          </p:nvCxnSpPr>
          <p:spPr>
            <a:xfrm flipH="1">
              <a:off x="6199952" y="4337412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0DC625F6-E373-D44F-A88F-832F34030259}"/>
                </a:ext>
              </a:extLst>
            </p:cNvPr>
            <p:cNvCxnSpPr>
              <a:cxnSpLocks/>
              <a:stCxn id="118" idx="5"/>
            </p:cNvCxnSpPr>
            <p:nvPr/>
          </p:nvCxnSpPr>
          <p:spPr>
            <a:xfrm>
              <a:off x="6278815" y="4925279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8ADB94D-37B1-2149-BC6D-31890F8BB865}"/>
                </a:ext>
              </a:extLst>
            </p:cNvPr>
            <p:cNvCxnSpPr>
              <a:cxnSpLocks/>
              <a:stCxn id="118" idx="4"/>
              <a:endCxn id="123" idx="0"/>
            </p:cNvCxnSpPr>
            <p:nvPr/>
          </p:nvCxnSpPr>
          <p:spPr>
            <a:xfrm>
              <a:off x="6199952" y="4959365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ADB6D1B-5CA8-EB4D-865E-C4F09ABC58EA}"/>
                </a:ext>
              </a:extLst>
            </p:cNvPr>
            <p:cNvCxnSpPr>
              <a:cxnSpLocks/>
              <a:stCxn id="123" idx="4"/>
              <a:endCxn id="124" idx="0"/>
            </p:cNvCxnSpPr>
            <p:nvPr/>
          </p:nvCxnSpPr>
          <p:spPr>
            <a:xfrm>
              <a:off x="6204141" y="5410251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BCFDF31-05E4-E34D-9855-F264A460B562}"/>
                </a:ext>
              </a:extLst>
            </p:cNvPr>
            <p:cNvCxnSpPr>
              <a:cxnSpLocks/>
              <a:stCxn id="124" idx="4"/>
              <a:endCxn id="125" idx="0"/>
            </p:cNvCxnSpPr>
            <p:nvPr/>
          </p:nvCxnSpPr>
          <p:spPr>
            <a:xfrm>
              <a:off x="6219131" y="5827253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F75F6A9-AEA4-0147-8A5F-B6050CE464A3}"/>
                </a:ext>
              </a:extLst>
            </p:cNvPr>
            <p:cNvSpPr txBox="1"/>
            <p:nvPr/>
          </p:nvSpPr>
          <p:spPr>
            <a:xfrm>
              <a:off x="6330660" y="5984674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838846F-2D58-CB4E-A345-4682B384EB72}"/>
                </a:ext>
              </a:extLst>
            </p:cNvPr>
            <p:cNvGrpSpPr/>
            <p:nvPr/>
          </p:nvGrpSpPr>
          <p:grpSpPr>
            <a:xfrm>
              <a:off x="5979471" y="6215012"/>
              <a:ext cx="447195" cy="256804"/>
              <a:chOff x="7805810" y="4792566"/>
              <a:chExt cx="447195" cy="256804"/>
            </a:xfrm>
          </p:grpSpPr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5C87783A-E28D-314D-9843-AE6E06E60A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9E3F2302-C61B-7243-B8D3-A05864C887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C0B9314E-4814-D14F-B06A-A9AFB439A1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C4312692-8FF7-014C-A2A2-59E863AE76EE}"/>
                </a:ext>
              </a:extLst>
            </p:cNvPr>
            <p:cNvGrpSpPr/>
            <p:nvPr/>
          </p:nvGrpSpPr>
          <p:grpSpPr>
            <a:xfrm>
              <a:off x="5964481" y="5375293"/>
              <a:ext cx="462185" cy="175597"/>
              <a:chOff x="7402676" y="3966286"/>
              <a:chExt cx="462185" cy="175597"/>
            </a:xfrm>
          </p:grpSpPr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645080DD-5F0C-494A-8434-8F05893E69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74458837-9ED7-E349-B494-9F3A00E6A2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70761307-CBA9-1145-B0C8-A5E18536FE81}"/>
                </a:ext>
              </a:extLst>
            </p:cNvPr>
            <p:cNvGrpSpPr/>
            <p:nvPr/>
          </p:nvGrpSpPr>
          <p:grpSpPr>
            <a:xfrm>
              <a:off x="5965295" y="5796752"/>
              <a:ext cx="462185" cy="175597"/>
              <a:chOff x="7402676" y="3966286"/>
              <a:chExt cx="462185" cy="175597"/>
            </a:xfrm>
          </p:grpSpPr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8B988F91-57F6-FE44-9246-9203FBBBD0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0A7D0913-B760-C448-A47D-2B545B6902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0418673-D04B-E241-9B2E-89B0BD51A6B4}"/>
                </a:ext>
              </a:extLst>
            </p:cNvPr>
            <p:cNvCxnSpPr>
              <a:cxnSpLocks/>
            </p:cNvCxnSpPr>
            <p:nvPr/>
          </p:nvCxnSpPr>
          <p:spPr>
            <a:xfrm>
              <a:off x="6315468" y="423452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720DC3D-B4E1-3B43-A299-54D213BDAE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5279" y="4867157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8481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 (&lt;, ==, &gt;) based on current key’s character comparison to character in node 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  <a:p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8285FC9C-CB10-E841-B1AE-B1BBD09FC080}"/>
              </a:ext>
            </a:extLst>
          </p:cNvPr>
          <p:cNvSpPr txBox="1"/>
          <p:nvPr/>
        </p:nvSpPr>
        <p:spPr>
          <a:xfrm>
            <a:off x="514866" y="3667062"/>
            <a:ext cx="144142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put(“sea”, 9)</a:t>
            </a:r>
          </a:p>
        </p:txBody>
      </p:sp>
      <p:grpSp>
        <p:nvGrpSpPr>
          <p:cNvPr id="6" name="Group 5" descr="example trie showing how put() works">
            <a:extLst>
              <a:ext uri="{FF2B5EF4-FFF2-40B4-BE49-F238E27FC236}">
                <a16:creationId xmlns:a16="http://schemas.microsoft.com/office/drawing/2014/main" id="{42179476-482A-4648-91CB-22A1CA471B07}"/>
              </a:ext>
            </a:extLst>
          </p:cNvPr>
          <p:cNvGrpSpPr/>
          <p:nvPr/>
        </p:nvGrpSpPr>
        <p:grpSpPr>
          <a:xfrm>
            <a:off x="4268009" y="5431632"/>
            <a:ext cx="661191" cy="510477"/>
            <a:chOff x="4268009" y="5431632"/>
            <a:chExt cx="661191" cy="510477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EBB529B-F37D-6E4A-8041-4C43439D77B7}"/>
                </a:ext>
              </a:extLst>
            </p:cNvPr>
            <p:cNvSpPr/>
            <p:nvPr/>
          </p:nvSpPr>
          <p:spPr>
            <a:xfrm>
              <a:off x="4403678" y="5489237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3000792-4783-164E-B3C1-7674F7102387}"/>
                </a:ext>
              </a:extLst>
            </p:cNvPr>
            <p:cNvSpPr txBox="1"/>
            <p:nvPr/>
          </p:nvSpPr>
          <p:spPr>
            <a:xfrm>
              <a:off x="4616294" y="543163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1BA79AF7-1137-5142-B78D-17857F9D1D87}"/>
                </a:ext>
              </a:extLst>
            </p:cNvPr>
            <p:cNvGrpSpPr/>
            <p:nvPr/>
          </p:nvGrpSpPr>
          <p:grpSpPr>
            <a:xfrm>
              <a:off x="4268009" y="5685305"/>
              <a:ext cx="447195" cy="256804"/>
              <a:chOff x="7805810" y="4792566"/>
              <a:chExt cx="447195" cy="256804"/>
            </a:xfrm>
          </p:grpSpPr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63643C6A-9432-A547-9C2A-0601910C5F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4F4526B0-37A4-664F-906E-433BC8EEB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CA67AAE6-C677-9145-BB31-2D07120AC2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Group 6" descr="example trie showing how put() works">
            <a:extLst>
              <a:ext uri="{FF2B5EF4-FFF2-40B4-BE49-F238E27FC236}">
                <a16:creationId xmlns:a16="http://schemas.microsoft.com/office/drawing/2014/main" id="{4DF0869B-1908-0B4D-BF3F-D4298A1053A3}"/>
              </a:ext>
            </a:extLst>
          </p:cNvPr>
          <p:cNvGrpSpPr/>
          <p:nvPr/>
        </p:nvGrpSpPr>
        <p:grpSpPr>
          <a:xfrm>
            <a:off x="4515207" y="3667062"/>
            <a:ext cx="3562133" cy="2804754"/>
            <a:chOff x="4515207" y="3667062"/>
            <a:chExt cx="3562133" cy="2804754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67A7D4E-3141-F54A-B7D1-74B929FAFFEC}"/>
                </a:ext>
              </a:extLst>
            </p:cNvPr>
            <p:cNvCxnSpPr>
              <a:cxnSpLocks/>
              <a:stCxn id="68" idx="2"/>
              <a:endCxn id="67" idx="0"/>
            </p:cNvCxnSpPr>
            <p:nvPr/>
          </p:nvCxnSpPr>
          <p:spPr>
            <a:xfrm flipH="1">
              <a:off x="4515207" y="5112244"/>
              <a:ext cx="834516" cy="37699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8AF9180-95EE-2444-ABF4-66A7347D0E26}"/>
                </a:ext>
              </a:extLst>
            </p:cNvPr>
            <p:cNvGrpSpPr/>
            <p:nvPr/>
          </p:nvGrpSpPr>
          <p:grpSpPr>
            <a:xfrm>
              <a:off x="4556042" y="3667062"/>
              <a:ext cx="3521298" cy="2804754"/>
              <a:chOff x="4556042" y="3667062"/>
              <a:chExt cx="3521298" cy="2804754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3BE881F-42D8-574B-9838-4A4EB24B673A}"/>
                  </a:ext>
                </a:extLst>
              </p:cNvPr>
              <p:cNvSpPr/>
              <p:nvPr/>
            </p:nvSpPr>
            <p:spPr>
              <a:xfrm>
                <a:off x="6101040" y="3667062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45B45F96-1C16-1E42-A3AD-C4079CE9821D}"/>
                  </a:ext>
                </a:extLst>
              </p:cNvPr>
              <p:cNvSpPr/>
              <p:nvPr/>
            </p:nvSpPr>
            <p:spPr>
              <a:xfrm>
                <a:off x="6091342" y="410465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6DE9A8D3-7D8E-704D-A7F6-3543C3A224FA}"/>
                  </a:ext>
                </a:extLst>
              </p:cNvPr>
              <p:cNvSpPr/>
              <p:nvPr/>
            </p:nvSpPr>
            <p:spPr>
              <a:xfrm>
                <a:off x="5348595" y="4480911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D5B03A3-C9CB-0C4B-BFE3-A39D5C50C430}"/>
                  </a:ext>
                </a:extLst>
              </p:cNvPr>
              <p:cNvSpPr/>
              <p:nvPr/>
            </p:nvSpPr>
            <p:spPr>
              <a:xfrm>
                <a:off x="5349723" y="499586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4E2AE11-8505-5344-9045-BBD6F4A00CFE}"/>
                  </a:ext>
                </a:extLst>
              </p:cNvPr>
              <p:cNvSpPr/>
              <p:nvPr/>
            </p:nvSpPr>
            <p:spPr>
              <a:xfrm>
                <a:off x="5357924" y="547642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7B609B8F-5995-F349-81CB-DD6E40C5317F}"/>
                  </a:ext>
                </a:extLst>
              </p:cNvPr>
              <p:cNvSpPr/>
              <p:nvPr/>
            </p:nvSpPr>
            <p:spPr>
              <a:xfrm>
                <a:off x="6088423" y="4726609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72D6117B-C63D-3B4F-AE05-DFE31B43236C}"/>
                  </a:ext>
                </a:extLst>
              </p:cNvPr>
              <p:cNvSpPr/>
              <p:nvPr/>
            </p:nvSpPr>
            <p:spPr>
              <a:xfrm>
                <a:off x="5356061" y="5935992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1897A4B-AAD1-B549-AE0A-B1C56BF2890A}"/>
                  </a:ext>
                </a:extLst>
              </p:cNvPr>
              <p:cNvSpPr/>
              <p:nvPr/>
            </p:nvSpPr>
            <p:spPr>
              <a:xfrm>
                <a:off x="6092612" y="5177495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E70FD2CB-91FE-C84E-8C1E-2B6E2FEEA6BD}"/>
                  </a:ext>
                </a:extLst>
              </p:cNvPr>
              <p:cNvSpPr/>
              <p:nvPr/>
            </p:nvSpPr>
            <p:spPr>
              <a:xfrm>
                <a:off x="6107602" y="5594497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C421733E-1ED8-A54C-8DA6-FF266C24685E}"/>
                  </a:ext>
                </a:extLst>
              </p:cNvPr>
              <p:cNvSpPr/>
              <p:nvPr/>
            </p:nvSpPr>
            <p:spPr>
              <a:xfrm>
                <a:off x="6109336" y="5990582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B89B4659-0C7E-924B-A9C5-52B9E2F7C11C}"/>
                  </a:ext>
                </a:extLst>
              </p:cNvPr>
              <p:cNvCxnSpPr>
                <a:cxnSpLocks/>
                <a:stCxn id="59" idx="2"/>
              </p:cNvCxnSpPr>
              <p:nvPr/>
            </p:nvCxnSpPr>
            <p:spPr>
              <a:xfrm flipH="1">
                <a:off x="4556042" y="3783440"/>
                <a:ext cx="1544998" cy="3572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79A9A992-3AA2-5146-805D-949D7F5CEC72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>
                <a:off x="6324098" y="3783440"/>
                <a:ext cx="1753242" cy="3553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578ACE3-EF90-D44D-BF50-35C1E17AA09A}"/>
                  </a:ext>
                </a:extLst>
              </p:cNvPr>
              <p:cNvCxnSpPr>
                <a:cxnSpLocks/>
                <a:stCxn id="59" idx="4"/>
                <a:endCxn id="61" idx="0"/>
              </p:cNvCxnSpPr>
              <p:nvPr/>
            </p:nvCxnSpPr>
            <p:spPr>
              <a:xfrm flipH="1">
                <a:off x="6202871" y="3899818"/>
                <a:ext cx="9698" cy="204838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B1D4DD78-0E0A-6443-A36A-C6CCFE46D20E}"/>
                  </a:ext>
                </a:extLst>
              </p:cNvPr>
              <p:cNvCxnSpPr>
                <a:cxnSpLocks/>
                <a:stCxn id="61" idx="2"/>
                <a:endCxn id="64" idx="0"/>
              </p:cNvCxnSpPr>
              <p:nvPr/>
            </p:nvCxnSpPr>
            <p:spPr>
              <a:xfrm flipH="1">
                <a:off x="5460124" y="4221035"/>
                <a:ext cx="631218" cy="259876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07BC386-3C2C-AA49-92E2-4363BF1E283F}"/>
                  </a:ext>
                </a:extLst>
              </p:cNvPr>
              <p:cNvCxnSpPr>
                <a:cxnSpLocks/>
                <a:stCxn id="64" idx="4"/>
                <a:endCxn id="68" idx="0"/>
              </p:cNvCxnSpPr>
              <p:nvPr/>
            </p:nvCxnSpPr>
            <p:spPr>
              <a:xfrm>
                <a:off x="5460124" y="4713667"/>
                <a:ext cx="1128" cy="28219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76C145A5-D3F5-2145-A80F-5DCEC38AB321}"/>
                  </a:ext>
                </a:extLst>
              </p:cNvPr>
              <p:cNvCxnSpPr>
                <a:cxnSpLocks/>
                <a:stCxn id="61" idx="4"/>
                <a:endCxn id="70" idx="0"/>
              </p:cNvCxnSpPr>
              <p:nvPr/>
            </p:nvCxnSpPr>
            <p:spPr>
              <a:xfrm flipH="1">
                <a:off x="6199952" y="4337412"/>
                <a:ext cx="2919" cy="3891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54D2F65-5455-1140-BEA2-FCB5D7BBBBEE}"/>
                  </a:ext>
                </a:extLst>
              </p:cNvPr>
              <p:cNvCxnSpPr>
                <a:cxnSpLocks/>
                <a:stCxn id="70" idx="5"/>
              </p:cNvCxnSpPr>
              <p:nvPr/>
            </p:nvCxnSpPr>
            <p:spPr>
              <a:xfrm>
                <a:off x="6278815" y="4925279"/>
                <a:ext cx="731628" cy="26619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B7F530A-E160-2C44-A04E-BA4B5077912B}"/>
                  </a:ext>
                </a:extLst>
              </p:cNvPr>
              <p:cNvCxnSpPr>
                <a:cxnSpLocks/>
                <a:stCxn id="68" idx="4"/>
                <a:endCxn id="69" idx="0"/>
              </p:cNvCxnSpPr>
              <p:nvPr/>
            </p:nvCxnSpPr>
            <p:spPr>
              <a:xfrm>
                <a:off x="5461252" y="5228622"/>
                <a:ext cx="8201" cy="24780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EB4EB464-8020-B34C-A352-44903EA88E80}"/>
                  </a:ext>
                </a:extLst>
              </p:cNvPr>
              <p:cNvCxnSpPr>
                <a:cxnSpLocks/>
                <a:stCxn id="70" idx="4"/>
                <a:endCxn id="75" idx="0"/>
              </p:cNvCxnSpPr>
              <p:nvPr/>
            </p:nvCxnSpPr>
            <p:spPr>
              <a:xfrm>
                <a:off x="6199952" y="4959365"/>
                <a:ext cx="4189" cy="21813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42A1391F-8459-D74E-AC70-A8E8EBF9B170}"/>
                  </a:ext>
                </a:extLst>
              </p:cNvPr>
              <p:cNvCxnSpPr>
                <a:cxnSpLocks/>
                <a:stCxn id="69" idx="4"/>
                <a:endCxn id="73" idx="0"/>
              </p:cNvCxnSpPr>
              <p:nvPr/>
            </p:nvCxnSpPr>
            <p:spPr>
              <a:xfrm flipH="1">
                <a:off x="5467590" y="5709182"/>
                <a:ext cx="1863" cy="22681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083FEF41-4E09-AF4E-B87B-1CAC3BA1C6B1}"/>
                  </a:ext>
                </a:extLst>
              </p:cNvPr>
              <p:cNvCxnSpPr>
                <a:cxnSpLocks/>
                <a:stCxn id="75" idx="4"/>
                <a:endCxn id="76" idx="0"/>
              </p:cNvCxnSpPr>
              <p:nvPr/>
            </p:nvCxnSpPr>
            <p:spPr>
              <a:xfrm>
                <a:off x="6204141" y="5410251"/>
                <a:ext cx="14990" cy="18424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7EFBE215-0AF9-7947-AF17-6955B36A1366}"/>
                  </a:ext>
                </a:extLst>
              </p:cNvPr>
              <p:cNvCxnSpPr>
                <a:cxnSpLocks/>
                <a:stCxn id="76" idx="4"/>
                <a:endCxn id="77" idx="0"/>
              </p:cNvCxnSpPr>
              <p:nvPr/>
            </p:nvCxnSpPr>
            <p:spPr>
              <a:xfrm>
                <a:off x="6219131" y="5827253"/>
                <a:ext cx="1734" cy="16332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5B99F07-8B37-B04A-ACF3-7DBF30B49DDD}"/>
                  </a:ext>
                </a:extLst>
              </p:cNvPr>
              <p:cNvSpPr txBox="1"/>
              <p:nvPr/>
            </p:nvSpPr>
            <p:spPr>
              <a:xfrm>
                <a:off x="6330660" y="5984674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C5C7782-9D67-2E4B-86FF-8F0B1EB38106}"/>
                  </a:ext>
                </a:extLst>
              </p:cNvPr>
              <p:cNvSpPr txBox="1"/>
              <p:nvPr/>
            </p:nvSpPr>
            <p:spPr>
              <a:xfrm>
                <a:off x="5535312" y="5906828"/>
                <a:ext cx="240421" cy="25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4C86DEC2-797C-2849-ACFB-CF3E4D73A889}"/>
                  </a:ext>
                </a:extLst>
              </p:cNvPr>
              <p:cNvGrpSpPr/>
              <p:nvPr/>
            </p:nvGrpSpPr>
            <p:grpSpPr>
              <a:xfrm>
                <a:off x="5200470" y="4680350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C83B51B1-DEBD-5B41-A344-444B249BB1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1FCB094A-1970-9642-AB57-EF66EECE52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CCF2C306-4404-5546-A261-CDF5F3230EA5}"/>
                  </a:ext>
                </a:extLst>
              </p:cNvPr>
              <p:cNvGrpSpPr/>
              <p:nvPr/>
            </p:nvGrpSpPr>
            <p:grpSpPr>
              <a:xfrm>
                <a:off x="5219086" y="5656816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9B77CCF4-EE4B-4348-9001-F4A0754144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4E47889B-9A1F-0A44-8C3B-05DDC8617E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D55A84D4-CFF4-D343-BE37-1E16186AC1B0}"/>
                  </a:ext>
                </a:extLst>
              </p:cNvPr>
              <p:cNvGrpSpPr/>
              <p:nvPr/>
            </p:nvGrpSpPr>
            <p:grpSpPr>
              <a:xfrm>
                <a:off x="5200185" y="6120513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F940414A-381E-6140-851F-CE5F02CF63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65D79C78-16DF-DF43-B8F9-A434BB690D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4CF55285-85A2-FD49-9415-DA189BE37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837ABAFD-2A39-9A46-866B-9057F24DF4A8}"/>
                  </a:ext>
                </a:extLst>
              </p:cNvPr>
              <p:cNvGrpSpPr/>
              <p:nvPr/>
            </p:nvGrpSpPr>
            <p:grpSpPr>
              <a:xfrm>
                <a:off x="5979471" y="6215012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6141CF4E-6235-7247-86B4-80009A3F30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BA7FBA53-A474-FC43-A46D-8B420F0ED7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5D4F08C6-E39C-7344-BA8E-387FECF13A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C0AE8429-46F8-6B48-A73D-ADD9E74EF98B}"/>
                  </a:ext>
                </a:extLst>
              </p:cNvPr>
              <p:cNvGrpSpPr/>
              <p:nvPr/>
            </p:nvGrpSpPr>
            <p:grpSpPr>
              <a:xfrm>
                <a:off x="5964481" y="5375293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964ABD3C-EDCF-3548-BBA4-D38D158F95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5367D25B-CB77-5348-9601-BE12E12257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06220404-8C29-874C-A5E4-3B7764DD6A2C}"/>
                  </a:ext>
                </a:extLst>
              </p:cNvPr>
              <p:cNvGrpSpPr/>
              <p:nvPr/>
            </p:nvGrpSpPr>
            <p:grpSpPr>
              <a:xfrm>
                <a:off x="5965295" y="5796752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27E5B6CD-C8A2-684A-B664-2121103BDA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0DE0B098-77EF-E64E-9FFF-1300212C95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E4765952-D446-C74C-9B2D-9704AAB992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5468" y="4234520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0C51154F-1418-8F4C-9B58-66EA63D281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8394" y="5136170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16A7FDE2-D712-FF44-A67B-5B9CAEAA77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25279" y="4867157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0869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 (&lt;, ==, &gt;) based on current key’s character comparison to character in node 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  <a:p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8285FC9C-CB10-E841-B1AE-B1BBD09FC080}"/>
              </a:ext>
            </a:extLst>
          </p:cNvPr>
          <p:cNvSpPr txBox="1"/>
          <p:nvPr/>
        </p:nvSpPr>
        <p:spPr>
          <a:xfrm>
            <a:off x="514866" y="3667062"/>
            <a:ext cx="144142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put(“she”, 0)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08B080-C09D-BF4E-836D-5D439DD68DCB}"/>
              </a:ext>
            </a:extLst>
          </p:cNvPr>
          <p:cNvSpPr txBox="1"/>
          <p:nvPr/>
        </p:nvSpPr>
        <p:spPr>
          <a:xfrm>
            <a:off x="6261507" y="462908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grpSp>
        <p:nvGrpSpPr>
          <p:cNvPr id="5" name="Group 4" descr="example trie showing how put() works">
            <a:extLst>
              <a:ext uri="{FF2B5EF4-FFF2-40B4-BE49-F238E27FC236}">
                <a16:creationId xmlns:a16="http://schemas.microsoft.com/office/drawing/2014/main" id="{FB2E5B22-B576-1241-AC6F-C85ED1BA2302}"/>
              </a:ext>
            </a:extLst>
          </p:cNvPr>
          <p:cNvGrpSpPr/>
          <p:nvPr/>
        </p:nvGrpSpPr>
        <p:grpSpPr>
          <a:xfrm>
            <a:off x="4268009" y="3667062"/>
            <a:ext cx="3809331" cy="2804754"/>
            <a:chOff x="4268009" y="3667062"/>
            <a:chExt cx="3809331" cy="2804754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3BE881F-42D8-574B-9838-4A4EB24B673A}"/>
                </a:ext>
              </a:extLst>
            </p:cNvPr>
            <p:cNvSpPr/>
            <p:nvPr/>
          </p:nvSpPr>
          <p:spPr>
            <a:xfrm>
              <a:off x="6101040" y="3667062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5B45F96-1C16-1E42-A3AD-C4079CE9821D}"/>
                </a:ext>
              </a:extLst>
            </p:cNvPr>
            <p:cNvSpPr/>
            <p:nvPr/>
          </p:nvSpPr>
          <p:spPr>
            <a:xfrm>
              <a:off x="6091342" y="4104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DE9A8D3-7D8E-704D-A7F6-3543C3A224FA}"/>
                </a:ext>
              </a:extLst>
            </p:cNvPr>
            <p:cNvSpPr/>
            <p:nvPr/>
          </p:nvSpPr>
          <p:spPr>
            <a:xfrm>
              <a:off x="5348595" y="4480911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EBB529B-F37D-6E4A-8041-4C43439D77B7}"/>
                </a:ext>
              </a:extLst>
            </p:cNvPr>
            <p:cNvSpPr/>
            <p:nvPr/>
          </p:nvSpPr>
          <p:spPr>
            <a:xfrm>
              <a:off x="4403678" y="548923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D5B03A3-C9CB-0C4B-BFE3-A39D5C50C430}"/>
                </a:ext>
              </a:extLst>
            </p:cNvPr>
            <p:cNvSpPr/>
            <p:nvPr/>
          </p:nvSpPr>
          <p:spPr>
            <a:xfrm>
              <a:off x="5349723" y="499586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4E2AE11-8505-5344-9045-BBD6F4A00CFE}"/>
                </a:ext>
              </a:extLst>
            </p:cNvPr>
            <p:cNvSpPr/>
            <p:nvPr/>
          </p:nvSpPr>
          <p:spPr>
            <a:xfrm>
              <a:off x="5357924" y="547642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609B8F-5995-F349-81CB-DD6E40C5317F}"/>
                </a:ext>
              </a:extLst>
            </p:cNvPr>
            <p:cNvSpPr/>
            <p:nvPr/>
          </p:nvSpPr>
          <p:spPr>
            <a:xfrm>
              <a:off x="6088423" y="472660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2D6117B-C63D-3B4F-AE05-DFE31B43236C}"/>
                </a:ext>
              </a:extLst>
            </p:cNvPr>
            <p:cNvSpPr/>
            <p:nvPr/>
          </p:nvSpPr>
          <p:spPr>
            <a:xfrm>
              <a:off x="5356061" y="593599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1897A4B-AAD1-B549-AE0A-B1C56BF2890A}"/>
                </a:ext>
              </a:extLst>
            </p:cNvPr>
            <p:cNvSpPr/>
            <p:nvPr/>
          </p:nvSpPr>
          <p:spPr>
            <a:xfrm>
              <a:off x="6092612" y="5177495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70FD2CB-91FE-C84E-8C1E-2B6E2FEEA6BD}"/>
                </a:ext>
              </a:extLst>
            </p:cNvPr>
            <p:cNvSpPr/>
            <p:nvPr/>
          </p:nvSpPr>
          <p:spPr>
            <a:xfrm>
              <a:off x="6107602" y="559449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421733E-1ED8-A54C-8DA6-FF266C24685E}"/>
                </a:ext>
              </a:extLst>
            </p:cNvPr>
            <p:cNvSpPr/>
            <p:nvPr/>
          </p:nvSpPr>
          <p:spPr>
            <a:xfrm>
              <a:off x="6109336" y="599058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89B4659-0C7E-924B-A9C5-52B9E2F7C11C}"/>
                </a:ext>
              </a:extLst>
            </p:cNvPr>
            <p:cNvCxnSpPr>
              <a:cxnSpLocks/>
              <a:stCxn id="59" idx="2"/>
            </p:cNvCxnSpPr>
            <p:nvPr/>
          </p:nvCxnSpPr>
          <p:spPr>
            <a:xfrm flipH="1">
              <a:off x="4556042" y="3783440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9A9A992-3AA2-5146-805D-949D7F5CEC72}"/>
                </a:ext>
              </a:extLst>
            </p:cNvPr>
            <p:cNvCxnSpPr>
              <a:cxnSpLocks/>
              <a:stCxn id="59" idx="6"/>
            </p:cNvCxnSpPr>
            <p:nvPr/>
          </p:nvCxnSpPr>
          <p:spPr>
            <a:xfrm>
              <a:off x="6324098" y="3783440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578ACE3-EF90-D44D-BF50-35C1E17AA09A}"/>
                </a:ext>
              </a:extLst>
            </p:cNvPr>
            <p:cNvCxnSpPr>
              <a:cxnSpLocks/>
              <a:stCxn id="59" idx="4"/>
              <a:endCxn id="61" idx="0"/>
            </p:cNvCxnSpPr>
            <p:nvPr/>
          </p:nvCxnSpPr>
          <p:spPr>
            <a:xfrm flipH="1">
              <a:off x="6202871" y="3899818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1D4DD78-0E0A-6443-A36A-C6CCFE46D20E}"/>
                </a:ext>
              </a:extLst>
            </p:cNvPr>
            <p:cNvCxnSpPr>
              <a:cxnSpLocks/>
              <a:stCxn id="61" idx="2"/>
              <a:endCxn id="64" idx="0"/>
            </p:cNvCxnSpPr>
            <p:nvPr/>
          </p:nvCxnSpPr>
          <p:spPr>
            <a:xfrm flipH="1">
              <a:off x="5460124" y="4221035"/>
              <a:ext cx="631218" cy="25987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67A7D4E-3141-F54A-B7D1-74B929FAFFEC}"/>
                </a:ext>
              </a:extLst>
            </p:cNvPr>
            <p:cNvCxnSpPr>
              <a:cxnSpLocks/>
              <a:stCxn id="68" idx="2"/>
              <a:endCxn id="67" idx="0"/>
            </p:cNvCxnSpPr>
            <p:nvPr/>
          </p:nvCxnSpPr>
          <p:spPr>
            <a:xfrm flipH="1">
              <a:off x="4515207" y="5112244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07BC386-3C2C-AA49-92E2-4363BF1E283F}"/>
                </a:ext>
              </a:extLst>
            </p:cNvPr>
            <p:cNvCxnSpPr>
              <a:cxnSpLocks/>
              <a:stCxn id="64" idx="4"/>
              <a:endCxn id="68" idx="0"/>
            </p:cNvCxnSpPr>
            <p:nvPr/>
          </p:nvCxnSpPr>
          <p:spPr>
            <a:xfrm>
              <a:off x="5460124" y="4713667"/>
              <a:ext cx="1128" cy="28219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6C145A5-D3F5-2145-A80F-5DCEC38AB321}"/>
                </a:ext>
              </a:extLst>
            </p:cNvPr>
            <p:cNvCxnSpPr>
              <a:cxnSpLocks/>
              <a:stCxn id="61" idx="4"/>
              <a:endCxn id="70" idx="0"/>
            </p:cNvCxnSpPr>
            <p:nvPr/>
          </p:nvCxnSpPr>
          <p:spPr>
            <a:xfrm flipH="1">
              <a:off x="6199952" y="4337412"/>
              <a:ext cx="2919" cy="38919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54D2F65-5455-1140-BEA2-FCB5D7BBBBEE}"/>
                </a:ext>
              </a:extLst>
            </p:cNvPr>
            <p:cNvCxnSpPr>
              <a:cxnSpLocks/>
              <a:stCxn id="70" idx="5"/>
            </p:cNvCxnSpPr>
            <p:nvPr/>
          </p:nvCxnSpPr>
          <p:spPr>
            <a:xfrm>
              <a:off x="6278815" y="4925279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B7F530A-E160-2C44-A04E-BA4B5077912B}"/>
                </a:ext>
              </a:extLst>
            </p:cNvPr>
            <p:cNvCxnSpPr>
              <a:cxnSpLocks/>
              <a:stCxn id="68" idx="4"/>
              <a:endCxn id="69" idx="0"/>
            </p:cNvCxnSpPr>
            <p:nvPr/>
          </p:nvCxnSpPr>
          <p:spPr>
            <a:xfrm>
              <a:off x="5461252" y="5228622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B4EB464-8020-B34C-A352-44903EA88E80}"/>
                </a:ext>
              </a:extLst>
            </p:cNvPr>
            <p:cNvCxnSpPr>
              <a:cxnSpLocks/>
              <a:stCxn id="70" idx="4"/>
              <a:endCxn id="75" idx="0"/>
            </p:cNvCxnSpPr>
            <p:nvPr/>
          </p:nvCxnSpPr>
          <p:spPr>
            <a:xfrm>
              <a:off x="6199952" y="4959365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2A1391F-8459-D74E-AC70-A8E8EBF9B170}"/>
                </a:ext>
              </a:extLst>
            </p:cNvPr>
            <p:cNvCxnSpPr>
              <a:cxnSpLocks/>
              <a:stCxn id="69" idx="4"/>
              <a:endCxn id="73" idx="0"/>
            </p:cNvCxnSpPr>
            <p:nvPr/>
          </p:nvCxnSpPr>
          <p:spPr>
            <a:xfrm flipH="1">
              <a:off x="5467590" y="5709182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83FEF41-4E09-AF4E-B87B-1CAC3BA1C6B1}"/>
                </a:ext>
              </a:extLst>
            </p:cNvPr>
            <p:cNvCxnSpPr>
              <a:cxnSpLocks/>
              <a:stCxn id="75" idx="4"/>
              <a:endCxn id="76" idx="0"/>
            </p:cNvCxnSpPr>
            <p:nvPr/>
          </p:nvCxnSpPr>
          <p:spPr>
            <a:xfrm>
              <a:off x="6204141" y="5410251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EFBE215-0AF9-7947-AF17-6955B36A1366}"/>
                </a:ext>
              </a:extLst>
            </p:cNvPr>
            <p:cNvCxnSpPr>
              <a:cxnSpLocks/>
              <a:stCxn id="76" idx="4"/>
              <a:endCxn id="77" idx="0"/>
            </p:cNvCxnSpPr>
            <p:nvPr/>
          </p:nvCxnSpPr>
          <p:spPr>
            <a:xfrm>
              <a:off x="6219131" y="5827253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5B99F07-8B37-B04A-ACF3-7DBF30B49DDD}"/>
                </a:ext>
              </a:extLst>
            </p:cNvPr>
            <p:cNvSpPr txBox="1"/>
            <p:nvPr/>
          </p:nvSpPr>
          <p:spPr>
            <a:xfrm>
              <a:off x="6330660" y="5984674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C5C7782-9D67-2E4B-86FF-8F0B1EB38106}"/>
                </a:ext>
              </a:extLst>
            </p:cNvPr>
            <p:cNvSpPr txBox="1"/>
            <p:nvPr/>
          </p:nvSpPr>
          <p:spPr>
            <a:xfrm>
              <a:off x="5535312" y="5906828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3000792-4783-164E-B3C1-7674F7102387}"/>
                </a:ext>
              </a:extLst>
            </p:cNvPr>
            <p:cNvSpPr txBox="1"/>
            <p:nvPr/>
          </p:nvSpPr>
          <p:spPr>
            <a:xfrm>
              <a:off x="4616294" y="543163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1BA79AF7-1137-5142-B78D-17857F9D1D87}"/>
                </a:ext>
              </a:extLst>
            </p:cNvPr>
            <p:cNvGrpSpPr/>
            <p:nvPr/>
          </p:nvGrpSpPr>
          <p:grpSpPr>
            <a:xfrm>
              <a:off x="4268009" y="5685305"/>
              <a:ext cx="447195" cy="256804"/>
              <a:chOff x="7805810" y="4792566"/>
              <a:chExt cx="447195" cy="256804"/>
            </a:xfrm>
          </p:grpSpPr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63643C6A-9432-A547-9C2A-0601910C5F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4F4526B0-37A4-664F-906E-433BC8EEB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CA67AAE6-C677-9145-BB31-2D07120AC2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4C86DEC2-797C-2849-ACFB-CF3E4D73A889}"/>
                </a:ext>
              </a:extLst>
            </p:cNvPr>
            <p:cNvGrpSpPr/>
            <p:nvPr/>
          </p:nvGrpSpPr>
          <p:grpSpPr>
            <a:xfrm>
              <a:off x="5200470" y="4680350"/>
              <a:ext cx="462185" cy="175597"/>
              <a:chOff x="7402676" y="3966286"/>
              <a:chExt cx="462185" cy="175597"/>
            </a:xfrm>
          </p:grpSpPr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C83B51B1-DEBD-5B41-A344-444B249BB1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1FCB094A-1970-9642-AB57-EF66EECE52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CCF2C306-4404-5546-A261-CDF5F3230EA5}"/>
                </a:ext>
              </a:extLst>
            </p:cNvPr>
            <p:cNvGrpSpPr/>
            <p:nvPr/>
          </p:nvGrpSpPr>
          <p:grpSpPr>
            <a:xfrm>
              <a:off x="5219086" y="5656816"/>
              <a:ext cx="462185" cy="175597"/>
              <a:chOff x="7402676" y="3966286"/>
              <a:chExt cx="462185" cy="175597"/>
            </a:xfrm>
          </p:grpSpPr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9B77CCF4-EE4B-4348-9001-F4A0754144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4E47889B-9A1F-0A44-8C3B-05DDC8617E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55A84D4-CFF4-D343-BE37-1E16186AC1B0}"/>
                </a:ext>
              </a:extLst>
            </p:cNvPr>
            <p:cNvGrpSpPr/>
            <p:nvPr/>
          </p:nvGrpSpPr>
          <p:grpSpPr>
            <a:xfrm>
              <a:off x="5200185" y="6120513"/>
              <a:ext cx="447195" cy="256804"/>
              <a:chOff x="7805810" y="4792566"/>
              <a:chExt cx="447195" cy="256804"/>
            </a:xfrm>
          </p:grpSpPr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F940414A-381E-6140-851F-CE5F02CF63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65D79C78-16DF-DF43-B8F9-A434BB690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4CF55285-85A2-FD49-9415-DA189BE37D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837ABAFD-2A39-9A46-866B-9057F24DF4A8}"/>
                </a:ext>
              </a:extLst>
            </p:cNvPr>
            <p:cNvGrpSpPr/>
            <p:nvPr/>
          </p:nvGrpSpPr>
          <p:grpSpPr>
            <a:xfrm>
              <a:off x="5979471" y="6215012"/>
              <a:ext cx="447195" cy="256804"/>
              <a:chOff x="7805810" y="4792566"/>
              <a:chExt cx="447195" cy="256804"/>
            </a:xfrm>
          </p:grpSpPr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141CF4E-6235-7247-86B4-80009A3F30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A7FBA53-A474-FC43-A46D-8B420F0ED7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5D4F08C6-E39C-7344-BA8E-387FECF13A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0AE8429-46F8-6B48-A73D-ADD9E74EF98B}"/>
                </a:ext>
              </a:extLst>
            </p:cNvPr>
            <p:cNvGrpSpPr/>
            <p:nvPr/>
          </p:nvGrpSpPr>
          <p:grpSpPr>
            <a:xfrm>
              <a:off x="5964481" y="5375293"/>
              <a:ext cx="462185" cy="175597"/>
              <a:chOff x="7402676" y="3966286"/>
              <a:chExt cx="462185" cy="175597"/>
            </a:xfrm>
          </p:grpSpPr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964ABD3C-EDCF-3548-BBA4-D38D158F95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5367D25B-CB77-5348-9601-BE12E12257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06220404-8C29-874C-A5E4-3B7764DD6A2C}"/>
                </a:ext>
              </a:extLst>
            </p:cNvPr>
            <p:cNvGrpSpPr/>
            <p:nvPr/>
          </p:nvGrpSpPr>
          <p:grpSpPr>
            <a:xfrm>
              <a:off x="5965295" y="5796752"/>
              <a:ext cx="462185" cy="175597"/>
              <a:chOff x="7402676" y="3966286"/>
              <a:chExt cx="462185" cy="175597"/>
            </a:xfrm>
          </p:grpSpPr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27E5B6CD-C8A2-684A-B664-2121103BDA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0DE0B098-77EF-E64E-9FFF-1300212C95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4765952-D446-C74C-9B2D-9704AAB992EE}"/>
                </a:ext>
              </a:extLst>
            </p:cNvPr>
            <p:cNvCxnSpPr>
              <a:cxnSpLocks/>
            </p:cNvCxnSpPr>
            <p:nvPr/>
          </p:nvCxnSpPr>
          <p:spPr>
            <a:xfrm>
              <a:off x="6315468" y="423452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C51154F-1418-8F4C-9B58-66EA63D281D7}"/>
                </a:ext>
              </a:extLst>
            </p:cNvPr>
            <p:cNvCxnSpPr>
              <a:cxnSpLocks/>
            </p:cNvCxnSpPr>
            <p:nvPr/>
          </p:nvCxnSpPr>
          <p:spPr>
            <a:xfrm>
              <a:off x="5568394" y="51361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16A7FDE2-D712-FF44-A67B-5B9CAEAA77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5279" y="4867157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003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 (&lt;, ==, &gt;) based on current key’s character comparison to character in node 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  <a:p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8285FC9C-CB10-E841-B1AE-B1BBD09FC080}"/>
              </a:ext>
            </a:extLst>
          </p:cNvPr>
          <p:cNvSpPr txBox="1"/>
          <p:nvPr/>
        </p:nvSpPr>
        <p:spPr>
          <a:xfrm>
            <a:off x="514866" y="3667062"/>
            <a:ext cx="131318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put(“by”, 4)</a:t>
            </a:r>
          </a:p>
        </p:txBody>
      </p:sp>
      <p:grpSp>
        <p:nvGrpSpPr>
          <p:cNvPr id="6" name="Group 5" descr="example trie showing how put() works">
            <a:extLst>
              <a:ext uri="{FF2B5EF4-FFF2-40B4-BE49-F238E27FC236}">
                <a16:creationId xmlns:a16="http://schemas.microsoft.com/office/drawing/2014/main" id="{6476FB38-76B0-ED43-9262-2AF3EAC149D3}"/>
              </a:ext>
            </a:extLst>
          </p:cNvPr>
          <p:cNvGrpSpPr/>
          <p:nvPr/>
        </p:nvGrpSpPr>
        <p:grpSpPr>
          <a:xfrm>
            <a:off x="4224761" y="4106569"/>
            <a:ext cx="509121" cy="374341"/>
            <a:chOff x="4224761" y="4106569"/>
            <a:chExt cx="509121" cy="374341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D929FAF-8086-704B-8AA0-CFF669DB55BC}"/>
                </a:ext>
              </a:extLst>
            </p:cNvPr>
            <p:cNvSpPr/>
            <p:nvPr/>
          </p:nvSpPr>
          <p:spPr>
            <a:xfrm>
              <a:off x="4365650" y="4106569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6A01C2B-28FB-7B4E-B502-655070EA9D10}"/>
                </a:ext>
              </a:extLst>
            </p:cNvPr>
            <p:cNvCxnSpPr>
              <a:cxnSpLocks/>
              <a:stCxn id="60" idx="4"/>
              <a:endCxn id="63" idx="0"/>
            </p:cNvCxnSpPr>
            <p:nvPr/>
          </p:nvCxnSpPr>
          <p:spPr>
            <a:xfrm flipH="1">
              <a:off x="4471697" y="4339325"/>
              <a:ext cx="5482" cy="14158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E5C93ED-F74B-6247-A228-7D7CF3F743DB}"/>
                </a:ext>
              </a:extLst>
            </p:cNvPr>
            <p:cNvGrpSpPr/>
            <p:nvPr/>
          </p:nvGrpSpPr>
          <p:grpSpPr>
            <a:xfrm>
              <a:off x="4224761" y="4305239"/>
              <a:ext cx="509121" cy="175597"/>
              <a:chOff x="7402676" y="3966286"/>
              <a:chExt cx="509121" cy="175597"/>
            </a:xfrm>
          </p:grpSpPr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7EB94CCB-2700-684B-9CE6-8ACA8B44A3E7}"/>
                  </a:ext>
                </a:extLst>
              </p:cNvPr>
              <p:cNvCxnSpPr>
                <a:cxnSpLocks/>
                <a:stCxn id="60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926A3FD4-9194-FD4F-A3C5-5A9FD34CD59A}"/>
                  </a:ext>
                </a:extLst>
              </p:cNvPr>
              <p:cNvCxnSpPr>
                <a:cxnSpLocks/>
                <a:stCxn id="60" idx="5"/>
                <a:endCxn id="94" idx="0"/>
              </p:cNvCxnSpPr>
              <p:nvPr/>
            </p:nvCxnSpPr>
            <p:spPr>
              <a:xfrm>
                <a:off x="7733957" y="3966286"/>
                <a:ext cx="177840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Group 6" descr="example trie showing how put() works">
            <a:extLst>
              <a:ext uri="{FF2B5EF4-FFF2-40B4-BE49-F238E27FC236}">
                <a16:creationId xmlns:a16="http://schemas.microsoft.com/office/drawing/2014/main" id="{50D5D0BE-2631-D449-A45A-A26339302A02}"/>
              </a:ext>
            </a:extLst>
          </p:cNvPr>
          <p:cNvGrpSpPr/>
          <p:nvPr/>
        </p:nvGrpSpPr>
        <p:grpSpPr>
          <a:xfrm>
            <a:off x="4233797" y="4480836"/>
            <a:ext cx="656538" cy="454891"/>
            <a:chOff x="4233797" y="4480836"/>
            <a:chExt cx="656538" cy="454891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EAACB52-E871-1743-B9F1-BA4A54FEC8AC}"/>
                </a:ext>
              </a:extLst>
            </p:cNvPr>
            <p:cNvSpPr/>
            <p:nvPr/>
          </p:nvSpPr>
          <p:spPr>
            <a:xfrm>
              <a:off x="4360168" y="4480911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E133DB6-F6E6-904B-B056-0770D5782EE8}"/>
                </a:ext>
              </a:extLst>
            </p:cNvPr>
            <p:cNvSpPr txBox="1"/>
            <p:nvPr/>
          </p:nvSpPr>
          <p:spPr>
            <a:xfrm>
              <a:off x="4577429" y="448083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22A05FD-DEC3-B34D-85BA-E3FDD9E86D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3797" y="46939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5CB9E59-C74D-764A-867B-B99B1E310635}"/>
                </a:ext>
              </a:extLst>
            </p:cNvPr>
            <p:cNvCxnSpPr>
              <a:cxnSpLocks/>
            </p:cNvCxnSpPr>
            <p:nvPr/>
          </p:nvCxnSpPr>
          <p:spPr>
            <a:xfrm>
              <a:off x="4550088" y="467892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BF0C8A2-BA3A-FD43-B1B2-14CFD3DA2B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3809" y="4706307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 descr="example trie showing how put() works">
            <a:extLst>
              <a:ext uri="{FF2B5EF4-FFF2-40B4-BE49-F238E27FC236}">
                <a16:creationId xmlns:a16="http://schemas.microsoft.com/office/drawing/2014/main" id="{F20EA9FF-5513-C042-98C5-DF476CAB837B}"/>
              </a:ext>
            </a:extLst>
          </p:cNvPr>
          <p:cNvGrpSpPr/>
          <p:nvPr/>
        </p:nvGrpSpPr>
        <p:grpSpPr>
          <a:xfrm>
            <a:off x="4268009" y="3667062"/>
            <a:ext cx="3809331" cy="2804754"/>
            <a:chOff x="4268009" y="3667062"/>
            <a:chExt cx="3809331" cy="2804754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67A7D4E-3141-F54A-B7D1-74B929FAFFEC}"/>
                </a:ext>
              </a:extLst>
            </p:cNvPr>
            <p:cNvCxnSpPr>
              <a:cxnSpLocks/>
              <a:stCxn id="68" idx="2"/>
              <a:endCxn id="67" idx="0"/>
            </p:cNvCxnSpPr>
            <p:nvPr/>
          </p:nvCxnSpPr>
          <p:spPr>
            <a:xfrm flipH="1">
              <a:off x="4515207" y="5112244"/>
              <a:ext cx="834516" cy="3769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31F7A4E-03F0-2C46-BA7C-F188152B4FE7}"/>
                </a:ext>
              </a:extLst>
            </p:cNvPr>
            <p:cNvGrpSpPr/>
            <p:nvPr/>
          </p:nvGrpSpPr>
          <p:grpSpPr>
            <a:xfrm>
              <a:off x="4268009" y="3667062"/>
              <a:ext cx="3809331" cy="2804754"/>
              <a:chOff x="4268009" y="3667062"/>
              <a:chExt cx="3809331" cy="2804754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3BE881F-42D8-574B-9838-4A4EB24B673A}"/>
                  </a:ext>
                </a:extLst>
              </p:cNvPr>
              <p:cNvSpPr/>
              <p:nvPr/>
            </p:nvSpPr>
            <p:spPr>
              <a:xfrm>
                <a:off x="6101040" y="3667062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45B45F96-1C16-1E42-A3AD-C4079CE9821D}"/>
                  </a:ext>
                </a:extLst>
              </p:cNvPr>
              <p:cNvSpPr/>
              <p:nvPr/>
            </p:nvSpPr>
            <p:spPr>
              <a:xfrm>
                <a:off x="6091342" y="410465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6DE9A8D3-7D8E-704D-A7F6-3543C3A224FA}"/>
                  </a:ext>
                </a:extLst>
              </p:cNvPr>
              <p:cNvSpPr/>
              <p:nvPr/>
            </p:nvSpPr>
            <p:spPr>
              <a:xfrm>
                <a:off x="5348595" y="4480911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FEBB529B-F37D-6E4A-8041-4C43439D77B7}"/>
                  </a:ext>
                </a:extLst>
              </p:cNvPr>
              <p:cNvSpPr/>
              <p:nvPr/>
            </p:nvSpPr>
            <p:spPr>
              <a:xfrm>
                <a:off x="4403678" y="5489237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D5B03A3-C9CB-0C4B-BFE3-A39D5C50C430}"/>
                  </a:ext>
                </a:extLst>
              </p:cNvPr>
              <p:cNvSpPr/>
              <p:nvPr/>
            </p:nvSpPr>
            <p:spPr>
              <a:xfrm>
                <a:off x="5349723" y="499586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4E2AE11-8505-5344-9045-BBD6F4A00CFE}"/>
                  </a:ext>
                </a:extLst>
              </p:cNvPr>
              <p:cNvSpPr/>
              <p:nvPr/>
            </p:nvSpPr>
            <p:spPr>
              <a:xfrm>
                <a:off x="5357924" y="5476426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7B609B8F-5995-F349-81CB-DD6E40C5317F}"/>
                  </a:ext>
                </a:extLst>
              </p:cNvPr>
              <p:cNvSpPr/>
              <p:nvPr/>
            </p:nvSpPr>
            <p:spPr>
              <a:xfrm>
                <a:off x="6088423" y="4726609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72D6117B-C63D-3B4F-AE05-DFE31B43236C}"/>
                  </a:ext>
                </a:extLst>
              </p:cNvPr>
              <p:cNvSpPr/>
              <p:nvPr/>
            </p:nvSpPr>
            <p:spPr>
              <a:xfrm>
                <a:off x="5356061" y="5935992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1897A4B-AAD1-B549-AE0A-B1C56BF2890A}"/>
                  </a:ext>
                </a:extLst>
              </p:cNvPr>
              <p:cNvSpPr/>
              <p:nvPr/>
            </p:nvSpPr>
            <p:spPr>
              <a:xfrm>
                <a:off x="6092612" y="5177495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E70FD2CB-91FE-C84E-8C1E-2B6E2FEEA6BD}"/>
                  </a:ext>
                </a:extLst>
              </p:cNvPr>
              <p:cNvSpPr/>
              <p:nvPr/>
            </p:nvSpPr>
            <p:spPr>
              <a:xfrm>
                <a:off x="6107602" y="5594497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C421733E-1ED8-A54C-8DA6-FF266C24685E}"/>
                  </a:ext>
                </a:extLst>
              </p:cNvPr>
              <p:cNvSpPr/>
              <p:nvPr/>
            </p:nvSpPr>
            <p:spPr>
              <a:xfrm>
                <a:off x="6109336" y="5990582"/>
                <a:ext cx="223058" cy="232756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B89B4659-0C7E-924B-A9C5-52B9E2F7C11C}"/>
                  </a:ext>
                </a:extLst>
              </p:cNvPr>
              <p:cNvCxnSpPr>
                <a:stCxn id="59" idx="2"/>
                <a:endCxn id="60" idx="7"/>
              </p:cNvCxnSpPr>
              <p:nvPr/>
            </p:nvCxnSpPr>
            <p:spPr>
              <a:xfrm flipH="1">
                <a:off x="4556042" y="3783440"/>
                <a:ext cx="1544998" cy="35721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79A9A992-3AA2-5146-805D-949D7F5CEC72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>
                <a:off x="6324098" y="3783440"/>
                <a:ext cx="1753242" cy="35530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578ACE3-EF90-D44D-BF50-35C1E17AA09A}"/>
                  </a:ext>
                </a:extLst>
              </p:cNvPr>
              <p:cNvCxnSpPr>
                <a:cxnSpLocks/>
                <a:stCxn id="59" idx="4"/>
                <a:endCxn id="61" idx="0"/>
              </p:cNvCxnSpPr>
              <p:nvPr/>
            </p:nvCxnSpPr>
            <p:spPr>
              <a:xfrm flipH="1">
                <a:off x="6202871" y="3899818"/>
                <a:ext cx="9698" cy="20483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B1D4DD78-0E0A-6443-A36A-C6CCFE46D20E}"/>
                  </a:ext>
                </a:extLst>
              </p:cNvPr>
              <p:cNvCxnSpPr>
                <a:cxnSpLocks/>
                <a:stCxn id="61" idx="2"/>
                <a:endCxn id="64" idx="0"/>
              </p:cNvCxnSpPr>
              <p:nvPr/>
            </p:nvCxnSpPr>
            <p:spPr>
              <a:xfrm flipH="1">
                <a:off x="5460124" y="4221035"/>
                <a:ext cx="631218" cy="25987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07BC386-3C2C-AA49-92E2-4363BF1E283F}"/>
                  </a:ext>
                </a:extLst>
              </p:cNvPr>
              <p:cNvCxnSpPr>
                <a:cxnSpLocks/>
                <a:stCxn id="64" idx="4"/>
                <a:endCxn id="68" idx="0"/>
              </p:cNvCxnSpPr>
              <p:nvPr/>
            </p:nvCxnSpPr>
            <p:spPr>
              <a:xfrm>
                <a:off x="5460124" y="4713667"/>
                <a:ext cx="1128" cy="28219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76C145A5-D3F5-2145-A80F-5DCEC38AB321}"/>
                  </a:ext>
                </a:extLst>
              </p:cNvPr>
              <p:cNvCxnSpPr>
                <a:cxnSpLocks/>
                <a:stCxn id="61" idx="4"/>
                <a:endCxn id="70" idx="0"/>
              </p:cNvCxnSpPr>
              <p:nvPr/>
            </p:nvCxnSpPr>
            <p:spPr>
              <a:xfrm flipH="1">
                <a:off x="6199952" y="4337412"/>
                <a:ext cx="2919" cy="3891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54D2F65-5455-1140-BEA2-FCB5D7BBBBEE}"/>
                  </a:ext>
                </a:extLst>
              </p:cNvPr>
              <p:cNvCxnSpPr>
                <a:cxnSpLocks/>
                <a:stCxn id="70" idx="5"/>
              </p:cNvCxnSpPr>
              <p:nvPr/>
            </p:nvCxnSpPr>
            <p:spPr>
              <a:xfrm>
                <a:off x="6278815" y="4925279"/>
                <a:ext cx="731628" cy="26619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B7F530A-E160-2C44-A04E-BA4B5077912B}"/>
                  </a:ext>
                </a:extLst>
              </p:cNvPr>
              <p:cNvCxnSpPr>
                <a:cxnSpLocks/>
                <a:stCxn id="68" idx="4"/>
                <a:endCxn id="69" idx="0"/>
              </p:cNvCxnSpPr>
              <p:nvPr/>
            </p:nvCxnSpPr>
            <p:spPr>
              <a:xfrm>
                <a:off x="5461252" y="5228622"/>
                <a:ext cx="8201" cy="24780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EB4EB464-8020-B34C-A352-44903EA88E80}"/>
                  </a:ext>
                </a:extLst>
              </p:cNvPr>
              <p:cNvCxnSpPr>
                <a:cxnSpLocks/>
                <a:stCxn id="70" idx="4"/>
                <a:endCxn id="75" idx="0"/>
              </p:cNvCxnSpPr>
              <p:nvPr/>
            </p:nvCxnSpPr>
            <p:spPr>
              <a:xfrm>
                <a:off x="6199952" y="4959365"/>
                <a:ext cx="4189" cy="21813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42A1391F-8459-D74E-AC70-A8E8EBF9B170}"/>
                  </a:ext>
                </a:extLst>
              </p:cNvPr>
              <p:cNvCxnSpPr>
                <a:cxnSpLocks/>
                <a:stCxn id="69" idx="4"/>
                <a:endCxn id="73" idx="0"/>
              </p:cNvCxnSpPr>
              <p:nvPr/>
            </p:nvCxnSpPr>
            <p:spPr>
              <a:xfrm flipH="1">
                <a:off x="5467590" y="5709182"/>
                <a:ext cx="1863" cy="22681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083FEF41-4E09-AF4E-B87B-1CAC3BA1C6B1}"/>
                  </a:ext>
                </a:extLst>
              </p:cNvPr>
              <p:cNvCxnSpPr>
                <a:cxnSpLocks/>
                <a:stCxn id="75" idx="4"/>
                <a:endCxn id="76" idx="0"/>
              </p:cNvCxnSpPr>
              <p:nvPr/>
            </p:nvCxnSpPr>
            <p:spPr>
              <a:xfrm>
                <a:off x="6204141" y="5410251"/>
                <a:ext cx="14990" cy="18424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7EFBE215-0AF9-7947-AF17-6955B36A1366}"/>
                  </a:ext>
                </a:extLst>
              </p:cNvPr>
              <p:cNvCxnSpPr>
                <a:cxnSpLocks/>
                <a:stCxn id="76" idx="4"/>
                <a:endCxn id="77" idx="0"/>
              </p:cNvCxnSpPr>
              <p:nvPr/>
            </p:nvCxnSpPr>
            <p:spPr>
              <a:xfrm>
                <a:off x="6219131" y="5827253"/>
                <a:ext cx="1734" cy="16332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5B99F07-8B37-B04A-ACF3-7DBF30B49DDD}"/>
                  </a:ext>
                </a:extLst>
              </p:cNvPr>
              <p:cNvSpPr txBox="1"/>
              <p:nvPr/>
            </p:nvSpPr>
            <p:spPr>
              <a:xfrm>
                <a:off x="6330660" y="5984674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708B080-C09D-BF4E-836D-5D439DD68DCB}"/>
                  </a:ext>
                </a:extLst>
              </p:cNvPr>
              <p:cNvSpPr txBox="1"/>
              <p:nvPr/>
            </p:nvSpPr>
            <p:spPr>
              <a:xfrm>
                <a:off x="6261507" y="4629083"/>
                <a:ext cx="219034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7C5C7782-9D67-2E4B-86FF-8F0B1EB38106}"/>
                  </a:ext>
                </a:extLst>
              </p:cNvPr>
              <p:cNvSpPr txBox="1"/>
              <p:nvPr/>
            </p:nvSpPr>
            <p:spPr>
              <a:xfrm>
                <a:off x="5535312" y="5906828"/>
                <a:ext cx="240421" cy="25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3000792-4783-164E-B3C1-7674F7102387}"/>
                  </a:ext>
                </a:extLst>
              </p:cNvPr>
              <p:cNvSpPr txBox="1"/>
              <p:nvPr/>
            </p:nvSpPr>
            <p:spPr>
              <a:xfrm>
                <a:off x="4616294" y="5431632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1BA79AF7-1137-5142-B78D-17857F9D1D87}"/>
                  </a:ext>
                </a:extLst>
              </p:cNvPr>
              <p:cNvGrpSpPr/>
              <p:nvPr/>
            </p:nvGrpSpPr>
            <p:grpSpPr>
              <a:xfrm>
                <a:off x="4268009" y="5685305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63643C6A-9432-A547-9C2A-0601910C5F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4F4526B0-37A4-664F-906E-433BC8EEB6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CA67AAE6-C677-9145-BB31-2D07120AC2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4C86DEC2-797C-2849-ACFB-CF3E4D73A889}"/>
                  </a:ext>
                </a:extLst>
              </p:cNvPr>
              <p:cNvGrpSpPr/>
              <p:nvPr/>
            </p:nvGrpSpPr>
            <p:grpSpPr>
              <a:xfrm>
                <a:off x="5200470" y="4680350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C83B51B1-DEBD-5B41-A344-444B249BB1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1FCB094A-1970-9642-AB57-EF66EECE52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CCF2C306-4404-5546-A261-CDF5F3230EA5}"/>
                  </a:ext>
                </a:extLst>
              </p:cNvPr>
              <p:cNvGrpSpPr/>
              <p:nvPr/>
            </p:nvGrpSpPr>
            <p:grpSpPr>
              <a:xfrm>
                <a:off x="5219086" y="5656816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9B77CCF4-EE4B-4348-9001-F4A0754144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4E47889B-9A1F-0A44-8C3B-05DDC8617E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D55A84D4-CFF4-D343-BE37-1E16186AC1B0}"/>
                  </a:ext>
                </a:extLst>
              </p:cNvPr>
              <p:cNvGrpSpPr/>
              <p:nvPr/>
            </p:nvGrpSpPr>
            <p:grpSpPr>
              <a:xfrm>
                <a:off x="5200185" y="6120513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F940414A-381E-6140-851F-CE5F02CF63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65D79C78-16DF-DF43-B8F9-A434BB690D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4CF55285-85A2-FD49-9415-DA189BE37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837ABAFD-2A39-9A46-866B-9057F24DF4A8}"/>
                  </a:ext>
                </a:extLst>
              </p:cNvPr>
              <p:cNvGrpSpPr/>
              <p:nvPr/>
            </p:nvGrpSpPr>
            <p:grpSpPr>
              <a:xfrm>
                <a:off x="5979471" y="6215012"/>
                <a:ext cx="447195" cy="256804"/>
                <a:chOff x="7805810" y="4792566"/>
                <a:chExt cx="447195" cy="256804"/>
              </a:xfrm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6141CF4E-6235-7247-86B4-80009A3F30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05810" y="480755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BA7FBA53-A474-FC43-A46D-8B420F0ED7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22101" y="479256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5D4F08C6-E39C-7344-BA8E-387FECF13A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55822" y="4819950"/>
                  <a:ext cx="1734" cy="22942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C0AE8429-46F8-6B48-A73D-ADD9E74EF98B}"/>
                  </a:ext>
                </a:extLst>
              </p:cNvPr>
              <p:cNvGrpSpPr/>
              <p:nvPr/>
            </p:nvGrpSpPr>
            <p:grpSpPr>
              <a:xfrm>
                <a:off x="5964481" y="5375293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964ABD3C-EDCF-3548-BBA4-D38D158F95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5367D25B-CB77-5348-9601-BE12E12257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06220404-8C29-874C-A5E4-3B7764DD6A2C}"/>
                  </a:ext>
                </a:extLst>
              </p:cNvPr>
              <p:cNvGrpSpPr/>
              <p:nvPr/>
            </p:nvGrpSpPr>
            <p:grpSpPr>
              <a:xfrm>
                <a:off x="5965295" y="5796752"/>
                <a:ext cx="462185" cy="175597"/>
                <a:chOff x="7402676" y="3966286"/>
                <a:chExt cx="462185" cy="175597"/>
              </a:xfrm>
            </p:grpSpPr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27E5B6CD-C8A2-684A-B664-2121103BDA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02676" y="3966286"/>
                  <a:ext cx="173555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0DE0B098-77EF-E64E-9FFF-1300212C95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3957" y="3966286"/>
                  <a:ext cx="130904" cy="17559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E4765952-D446-C74C-9B2D-9704AAB992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5468" y="4234520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0C51154F-1418-8F4C-9B58-66EA63D281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8394" y="5136170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16A7FDE2-D712-FF44-A67B-5B9CAEAA77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25279" y="4867157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0301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Insert</a:t>
            </a:r>
            <a:r>
              <a:rPr lang="en-US" dirty="0"/>
              <a:t>: follow link (&lt;, ==, &gt;) based on current key’s character comparison to character in node </a:t>
            </a:r>
          </a:p>
          <a:p>
            <a:pPr lvl="1"/>
            <a:r>
              <a:rPr lang="en-US" dirty="0"/>
              <a:t>Encounter a null link: create new node</a:t>
            </a:r>
          </a:p>
          <a:p>
            <a:pPr lvl="1"/>
            <a:r>
              <a:rPr lang="en-US" dirty="0"/>
              <a:t>Encounter the last character of the key: set/update value in that node</a:t>
            </a:r>
          </a:p>
          <a:p>
            <a:endParaRPr lang="en-US" dirty="0"/>
          </a:p>
        </p:txBody>
      </p:sp>
      <p:sp>
        <p:nvSpPr>
          <p:cNvPr id="4" name="TextBox 3" descr="highlighting root node with no char associated">
            <a:extLst>
              <a:ext uri="{FF2B5EF4-FFF2-40B4-BE49-F238E27FC236}">
                <a16:creationId xmlns:a16="http://schemas.microsoft.com/office/drawing/2014/main" id="{8285FC9C-CB10-E841-B1AE-B1BBD09FC080}"/>
              </a:ext>
            </a:extLst>
          </p:cNvPr>
          <p:cNvSpPr txBox="1"/>
          <p:nvPr/>
        </p:nvSpPr>
        <p:spPr>
          <a:xfrm>
            <a:off x="514866" y="3667062"/>
            <a:ext cx="1441420" cy="36933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put(“sea”, 6)</a:t>
            </a:r>
          </a:p>
        </p:txBody>
      </p:sp>
      <p:grpSp>
        <p:nvGrpSpPr>
          <p:cNvPr id="5" name="Group 4" descr="example trie showing how put() works">
            <a:extLst>
              <a:ext uri="{FF2B5EF4-FFF2-40B4-BE49-F238E27FC236}">
                <a16:creationId xmlns:a16="http://schemas.microsoft.com/office/drawing/2014/main" id="{A06926CA-30AB-144A-8F1B-7908816B2D17}"/>
              </a:ext>
            </a:extLst>
          </p:cNvPr>
          <p:cNvGrpSpPr/>
          <p:nvPr/>
        </p:nvGrpSpPr>
        <p:grpSpPr>
          <a:xfrm>
            <a:off x="4224761" y="3667062"/>
            <a:ext cx="3852579" cy="2838657"/>
            <a:chOff x="4224761" y="3667062"/>
            <a:chExt cx="3852579" cy="2838657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3BE881F-42D8-574B-9838-4A4EB24B673A}"/>
                </a:ext>
              </a:extLst>
            </p:cNvPr>
            <p:cNvSpPr/>
            <p:nvPr/>
          </p:nvSpPr>
          <p:spPr>
            <a:xfrm>
              <a:off x="6101040" y="3667062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D929FAF-8086-704B-8AA0-CFF669DB55BC}"/>
                </a:ext>
              </a:extLst>
            </p:cNvPr>
            <p:cNvSpPr/>
            <p:nvPr/>
          </p:nvSpPr>
          <p:spPr>
            <a:xfrm>
              <a:off x="4365650" y="410656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5B45F96-1C16-1E42-A3AD-C4079CE9821D}"/>
                </a:ext>
              </a:extLst>
            </p:cNvPr>
            <p:cNvSpPr/>
            <p:nvPr/>
          </p:nvSpPr>
          <p:spPr>
            <a:xfrm>
              <a:off x="6091342" y="410465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EAACB52-E871-1743-B9F1-BA4A54FEC8AC}"/>
                </a:ext>
              </a:extLst>
            </p:cNvPr>
            <p:cNvSpPr/>
            <p:nvPr/>
          </p:nvSpPr>
          <p:spPr>
            <a:xfrm>
              <a:off x="4360168" y="4480911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DE9A8D3-7D8E-704D-A7F6-3543C3A224FA}"/>
                </a:ext>
              </a:extLst>
            </p:cNvPr>
            <p:cNvSpPr/>
            <p:nvPr/>
          </p:nvSpPr>
          <p:spPr>
            <a:xfrm>
              <a:off x="5348595" y="4480911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EBB529B-F37D-6E4A-8041-4C43439D77B7}"/>
                </a:ext>
              </a:extLst>
            </p:cNvPr>
            <p:cNvSpPr/>
            <p:nvPr/>
          </p:nvSpPr>
          <p:spPr>
            <a:xfrm>
              <a:off x="4403678" y="5489237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D5B03A3-C9CB-0C4B-BFE3-A39D5C50C430}"/>
                </a:ext>
              </a:extLst>
            </p:cNvPr>
            <p:cNvSpPr/>
            <p:nvPr/>
          </p:nvSpPr>
          <p:spPr>
            <a:xfrm>
              <a:off x="5349723" y="4995866"/>
              <a:ext cx="223058" cy="232756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4E2AE11-8505-5344-9045-BBD6F4A00CFE}"/>
                </a:ext>
              </a:extLst>
            </p:cNvPr>
            <p:cNvSpPr/>
            <p:nvPr/>
          </p:nvSpPr>
          <p:spPr>
            <a:xfrm>
              <a:off x="5357924" y="5476426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609B8F-5995-F349-81CB-DD6E40C5317F}"/>
                </a:ext>
              </a:extLst>
            </p:cNvPr>
            <p:cNvSpPr/>
            <p:nvPr/>
          </p:nvSpPr>
          <p:spPr>
            <a:xfrm>
              <a:off x="6088423" y="4726609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571B878-9BD0-2246-B0A8-4ABC75BEB43D}"/>
                </a:ext>
              </a:extLst>
            </p:cNvPr>
            <p:cNvSpPr/>
            <p:nvPr/>
          </p:nvSpPr>
          <p:spPr>
            <a:xfrm>
              <a:off x="6898914" y="519147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1B0247D-5ABF-5241-B8A6-56F88242B26F}"/>
                </a:ext>
              </a:extLst>
            </p:cNvPr>
            <p:cNvSpPr/>
            <p:nvPr/>
          </p:nvSpPr>
          <p:spPr>
            <a:xfrm>
              <a:off x="6898914" y="563152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2D6117B-C63D-3B4F-AE05-DFE31B43236C}"/>
                </a:ext>
              </a:extLst>
            </p:cNvPr>
            <p:cNvSpPr/>
            <p:nvPr/>
          </p:nvSpPr>
          <p:spPr>
            <a:xfrm>
              <a:off x="5356061" y="593599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224D356-B0A8-6545-89B0-04486B638FB2}"/>
                </a:ext>
              </a:extLst>
            </p:cNvPr>
            <p:cNvSpPr/>
            <p:nvPr/>
          </p:nvSpPr>
          <p:spPr>
            <a:xfrm>
              <a:off x="6898914" y="6031570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1897A4B-AAD1-B549-AE0A-B1C56BF2890A}"/>
                </a:ext>
              </a:extLst>
            </p:cNvPr>
            <p:cNvSpPr/>
            <p:nvPr/>
          </p:nvSpPr>
          <p:spPr>
            <a:xfrm>
              <a:off x="6092612" y="5177495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70FD2CB-91FE-C84E-8C1E-2B6E2FEEA6BD}"/>
                </a:ext>
              </a:extLst>
            </p:cNvPr>
            <p:cNvSpPr/>
            <p:nvPr/>
          </p:nvSpPr>
          <p:spPr>
            <a:xfrm>
              <a:off x="6107602" y="5594497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421733E-1ED8-A54C-8DA6-FF266C24685E}"/>
                </a:ext>
              </a:extLst>
            </p:cNvPr>
            <p:cNvSpPr/>
            <p:nvPr/>
          </p:nvSpPr>
          <p:spPr>
            <a:xfrm>
              <a:off x="6109336" y="5990582"/>
              <a:ext cx="223058" cy="232756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89B4659-0C7E-924B-A9C5-52B9E2F7C11C}"/>
                </a:ext>
              </a:extLst>
            </p:cNvPr>
            <p:cNvCxnSpPr>
              <a:stCxn id="59" idx="2"/>
              <a:endCxn id="60" idx="7"/>
            </p:cNvCxnSpPr>
            <p:nvPr/>
          </p:nvCxnSpPr>
          <p:spPr>
            <a:xfrm flipH="1">
              <a:off x="4556042" y="3783440"/>
              <a:ext cx="1544998" cy="3572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9A9A992-3AA2-5146-805D-949D7F5CEC72}"/>
                </a:ext>
              </a:extLst>
            </p:cNvPr>
            <p:cNvCxnSpPr>
              <a:cxnSpLocks/>
              <a:stCxn id="59" idx="6"/>
            </p:cNvCxnSpPr>
            <p:nvPr/>
          </p:nvCxnSpPr>
          <p:spPr>
            <a:xfrm>
              <a:off x="6324098" y="3783440"/>
              <a:ext cx="1753242" cy="35530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578ACE3-EF90-D44D-BF50-35C1E17AA09A}"/>
                </a:ext>
              </a:extLst>
            </p:cNvPr>
            <p:cNvCxnSpPr>
              <a:cxnSpLocks/>
              <a:stCxn id="59" idx="4"/>
              <a:endCxn id="61" idx="0"/>
            </p:cNvCxnSpPr>
            <p:nvPr/>
          </p:nvCxnSpPr>
          <p:spPr>
            <a:xfrm flipH="1">
              <a:off x="6202871" y="3899818"/>
              <a:ext cx="9698" cy="20483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6A01C2B-28FB-7B4E-B502-655070EA9D10}"/>
                </a:ext>
              </a:extLst>
            </p:cNvPr>
            <p:cNvCxnSpPr>
              <a:cxnSpLocks/>
              <a:stCxn id="60" idx="4"/>
              <a:endCxn id="63" idx="0"/>
            </p:cNvCxnSpPr>
            <p:nvPr/>
          </p:nvCxnSpPr>
          <p:spPr>
            <a:xfrm flipH="1">
              <a:off x="4471697" y="4339325"/>
              <a:ext cx="5482" cy="14158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1D4DD78-0E0A-6443-A36A-C6CCFE46D20E}"/>
                </a:ext>
              </a:extLst>
            </p:cNvPr>
            <p:cNvCxnSpPr>
              <a:cxnSpLocks/>
              <a:stCxn id="61" idx="2"/>
              <a:endCxn id="64" idx="0"/>
            </p:cNvCxnSpPr>
            <p:nvPr/>
          </p:nvCxnSpPr>
          <p:spPr>
            <a:xfrm flipH="1">
              <a:off x="5460124" y="4221035"/>
              <a:ext cx="631218" cy="25987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67A7D4E-3141-F54A-B7D1-74B929FAFFEC}"/>
                </a:ext>
              </a:extLst>
            </p:cNvPr>
            <p:cNvCxnSpPr>
              <a:cxnSpLocks/>
              <a:stCxn id="68" idx="2"/>
              <a:endCxn id="67" idx="0"/>
            </p:cNvCxnSpPr>
            <p:nvPr/>
          </p:nvCxnSpPr>
          <p:spPr>
            <a:xfrm flipH="1">
              <a:off x="4515207" y="5112244"/>
              <a:ext cx="834516" cy="37699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07BC386-3C2C-AA49-92E2-4363BF1E283F}"/>
                </a:ext>
              </a:extLst>
            </p:cNvPr>
            <p:cNvCxnSpPr>
              <a:cxnSpLocks/>
              <a:stCxn id="64" idx="4"/>
              <a:endCxn id="68" idx="0"/>
            </p:cNvCxnSpPr>
            <p:nvPr/>
          </p:nvCxnSpPr>
          <p:spPr>
            <a:xfrm>
              <a:off x="5460124" y="4713667"/>
              <a:ext cx="1128" cy="28219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6C145A5-D3F5-2145-A80F-5DCEC38AB321}"/>
                </a:ext>
              </a:extLst>
            </p:cNvPr>
            <p:cNvCxnSpPr>
              <a:cxnSpLocks/>
              <a:stCxn id="61" idx="4"/>
              <a:endCxn id="70" idx="0"/>
            </p:cNvCxnSpPr>
            <p:nvPr/>
          </p:nvCxnSpPr>
          <p:spPr>
            <a:xfrm flipH="1">
              <a:off x="6199952" y="4337412"/>
              <a:ext cx="2919" cy="3891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54D2F65-5455-1140-BEA2-FCB5D7BBBBEE}"/>
                </a:ext>
              </a:extLst>
            </p:cNvPr>
            <p:cNvCxnSpPr>
              <a:cxnSpLocks/>
              <a:stCxn id="70" idx="5"/>
              <a:endCxn id="71" idx="0"/>
            </p:cNvCxnSpPr>
            <p:nvPr/>
          </p:nvCxnSpPr>
          <p:spPr>
            <a:xfrm>
              <a:off x="6278815" y="4925279"/>
              <a:ext cx="731628" cy="26619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B7F530A-E160-2C44-A04E-BA4B5077912B}"/>
                </a:ext>
              </a:extLst>
            </p:cNvPr>
            <p:cNvCxnSpPr>
              <a:cxnSpLocks/>
              <a:stCxn id="68" idx="4"/>
              <a:endCxn id="69" idx="0"/>
            </p:cNvCxnSpPr>
            <p:nvPr/>
          </p:nvCxnSpPr>
          <p:spPr>
            <a:xfrm>
              <a:off x="5461252" y="5228622"/>
              <a:ext cx="8201" cy="24780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B4EB464-8020-B34C-A352-44903EA88E80}"/>
                </a:ext>
              </a:extLst>
            </p:cNvPr>
            <p:cNvCxnSpPr>
              <a:cxnSpLocks/>
              <a:stCxn id="70" idx="4"/>
              <a:endCxn id="75" idx="0"/>
            </p:cNvCxnSpPr>
            <p:nvPr/>
          </p:nvCxnSpPr>
          <p:spPr>
            <a:xfrm>
              <a:off x="6199952" y="4959365"/>
              <a:ext cx="4189" cy="21813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2A1391F-8459-D74E-AC70-A8E8EBF9B170}"/>
                </a:ext>
              </a:extLst>
            </p:cNvPr>
            <p:cNvCxnSpPr>
              <a:cxnSpLocks/>
              <a:stCxn id="69" idx="4"/>
              <a:endCxn id="73" idx="0"/>
            </p:cNvCxnSpPr>
            <p:nvPr/>
          </p:nvCxnSpPr>
          <p:spPr>
            <a:xfrm flipH="1">
              <a:off x="5467590" y="5709182"/>
              <a:ext cx="1863" cy="2268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83FEF41-4E09-AF4E-B87B-1CAC3BA1C6B1}"/>
                </a:ext>
              </a:extLst>
            </p:cNvPr>
            <p:cNvCxnSpPr>
              <a:cxnSpLocks/>
              <a:stCxn id="75" idx="4"/>
              <a:endCxn id="76" idx="0"/>
            </p:cNvCxnSpPr>
            <p:nvPr/>
          </p:nvCxnSpPr>
          <p:spPr>
            <a:xfrm>
              <a:off x="6204141" y="5410251"/>
              <a:ext cx="14990" cy="1842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EFBE215-0AF9-7947-AF17-6955B36A1366}"/>
                </a:ext>
              </a:extLst>
            </p:cNvPr>
            <p:cNvCxnSpPr>
              <a:cxnSpLocks/>
              <a:stCxn id="76" idx="4"/>
              <a:endCxn id="77" idx="0"/>
            </p:cNvCxnSpPr>
            <p:nvPr/>
          </p:nvCxnSpPr>
          <p:spPr>
            <a:xfrm>
              <a:off x="6219131" y="5827253"/>
              <a:ext cx="1734" cy="16332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E133DB6-F6E6-904B-B056-0770D5782EE8}"/>
                </a:ext>
              </a:extLst>
            </p:cNvPr>
            <p:cNvSpPr txBox="1"/>
            <p:nvPr/>
          </p:nvSpPr>
          <p:spPr>
            <a:xfrm>
              <a:off x="4577429" y="4480836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5B99F07-8B37-B04A-ACF3-7DBF30B49DDD}"/>
                </a:ext>
              </a:extLst>
            </p:cNvPr>
            <p:cNvSpPr txBox="1"/>
            <p:nvPr/>
          </p:nvSpPr>
          <p:spPr>
            <a:xfrm>
              <a:off x="6330660" y="5984674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708B080-C09D-BF4E-836D-5D439DD68DCB}"/>
                </a:ext>
              </a:extLst>
            </p:cNvPr>
            <p:cNvSpPr txBox="1"/>
            <p:nvPr/>
          </p:nvSpPr>
          <p:spPr>
            <a:xfrm>
              <a:off x="6261507" y="4629083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C5C7782-9D67-2E4B-86FF-8F0B1EB38106}"/>
                </a:ext>
              </a:extLst>
            </p:cNvPr>
            <p:cNvSpPr txBox="1"/>
            <p:nvPr/>
          </p:nvSpPr>
          <p:spPr>
            <a:xfrm>
              <a:off x="5535312" y="5906828"/>
              <a:ext cx="240421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3000792-4783-164E-B3C1-7674F7102387}"/>
                </a:ext>
              </a:extLst>
            </p:cNvPr>
            <p:cNvSpPr txBox="1"/>
            <p:nvPr/>
          </p:nvSpPr>
          <p:spPr>
            <a:xfrm>
              <a:off x="4616294" y="5431632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trike="sngStrike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B799ED1-C220-AF48-91D3-B384A298B0D3}"/>
                </a:ext>
              </a:extLst>
            </p:cNvPr>
            <p:cNvSpPr txBox="1"/>
            <p:nvPr/>
          </p:nvSpPr>
          <p:spPr>
            <a:xfrm>
              <a:off x="7123984" y="6020910"/>
              <a:ext cx="219034" cy="258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E5C93ED-F74B-6247-A228-7D7CF3F743DB}"/>
                </a:ext>
              </a:extLst>
            </p:cNvPr>
            <p:cNvGrpSpPr/>
            <p:nvPr/>
          </p:nvGrpSpPr>
          <p:grpSpPr>
            <a:xfrm>
              <a:off x="4224761" y="4305239"/>
              <a:ext cx="462185" cy="175597"/>
              <a:chOff x="7402676" y="3966286"/>
              <a:chExt cx="462185" cy="175597"/>
            </a:xfrm>
          </p:grpSpPr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7EB94CCB-2700-684B-9CE6-8ACA8B44A3E7}"/>
                  </a:ext>
                </a:extLst>
              </p:cNvPr>
              <p:cNvCxnSpPr>
                <a:cxnSpLocks/>
                <a:stCxn id="60" idx="3"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926A3FD4-9194-FD4F-A3C5-5A9FD34CD59A}"/>
                  </a:ext>
                </a:extLst>
              </p:cNvPr>
              <p:cNvCxnSpPr>
                <a:cxnSpLocks/>
                <a:stCxn id="60" idx="5"/>
                <a:endCxn id="94" idx="0"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22A05FD-DEC3-B34D-85BA-E3FDD9E86D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3797" y="4693913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5CB9E59-C74D-764A-867B-B99B1E310635}"/>
                </a:ext>
              </a:extLst>
            </p:cNvPr>
            <p:cNvCxnSpPr>
              <a:cxnSpLocks/>
            </p:cNvCxnSpPr>
            <p:nvPr/>
          </p:nvCxnSpPr>
          <p:spPr>
            <a:xfrm>
              <a:off x="4550088" y="4678923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BF0C8A2-BA3A-FD43-B1B2-14CFD3DA2B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3809" y="4706307"/>
              <a:ext cx="1734" cy="22942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1BA79AF7-1137-5142-B78D-17857F9D1D87}"/>
                </a:ext>
              </a:extLst>
            </p:cNvPr>
            <p:cNvGrpSpPr/>
            <p:nvPr/>
          </p:nvGrpSpPr>
          <p:grpSpPr>
            <a:xfrm>
              <a:off x="4268009" y="5685305"/>
              <a:ext cx="447195" cy="256804"/>
              <a:chOff x="7805810" y="4792566"/>
              <a:chExt cx="447195" cy="256804"/>
            </a:xfrm>
          </p:grpSpPr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63643C6A-9432-A547-9C2A-0601910C5F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4F4526B0-37A4-664F-906E-433BC8EEB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CA67AAE6-C677-9145-BB31-2D07120AC2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4C86DEC2-797C-2849-ACFB-CF3E4D73A889}"/>
                </a:ext>
              </a:extLst>
            </p:cNvPr>
            <p:cNvGrpSpPr/>
            <p:nvPr/>
          </p:nvGrpSpPr>
          <p:grpSpPr>
            <a:xfrm>
              <a:off x="5200470" y="4680350"/>
              <a:ext cx="462185" cy="175597"/>
              <a:chOff x="7402676" y="3966286"/>
              <a:chExt cx="462185" cy="175597"/>
            </a:xfrm>
          </p:grpSpPr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C83B51B1-DEBD-5B41-A344-444B249BB1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1FCB094A-1970-9642-AB57-EF66EECE52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CCF2C306-4404-5546-A261-CDF5F3230EA5}"/>
                </a:ext>
              </a:extLst>
            </p:cNvPr>
            <p:cNvGrpSpPr/>
            <p:nvPr/>
          </p:nvGrpSpPr>
          <p:grpSpPr>
            <a:xfrm>
              <a:off x="5219086" y="5656816"/>
              <a:ext cx="462185" cy="175597"/>
              <a:chOff x="7402676" y="3966286"/>
              <a:chExt cx="462185" cy="175597"/>
            </a:xfrm>
          </p:grpSpPr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9B77CCF4-EE4B-4348-9001-F4A0754144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4E47889B-9A1F-0A44-8C3B-05DDC8617E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55A84D4-CFF4-D343-BE37-1E16186AC1B0}"/>
                </a:ext>
              </a:extLst>
            </p:cNvPr>
            <p:cNvGrpSpPr/>
            <p:nvPr/>
          </p:nvGrpSpPr>
          <p:grpSpPr>
            <a:xfrm>
              <a:off x="5200185" y="6120513"/>
              <a:ext cx="447195" cy="256804"/>
              <a:chOff x="7805810" y="4792566"/>
              <a:chExt cx="447195" cy="256804"/>
            </a:xfrm>
          </p:grpSpPr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F940414A-381E-6140-851F-CE5F02CF63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65D79C78-16DF-DF43-B8F9-A434BB690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4CF55285-85A2-FD49-9415-DA189BE37D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837ABAFD-2A39-9A46-866B-9057F24DF4A8}"/>
                </a:ext>
              </a:extLst>
            </p:cNvPr>
            <p:cNvGrpSpPr/>
            <p:nvPr/>
          </p:nvGrpSpPr>
          <p:grpSpPr>
            <a:xfrm>
              <a:off x="5979471" y="6215012"/>
              <a:ext cx="447195" cy="256804"/>
              <a:chOff x="7805810" y="4792566"/>
              <a:chExt cx="447195" cy="256804"/>
            </a:xfrm>
          </p:grpSpPr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141CF4E-6235-7247-86B4-80009A3F30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A7FBA53-A474-FC43-A46D-8B420F0ED7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5D4F08C6-E39C-7344-BA8E-387FECF13A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7372AB57-A99A-A349-B866-35C7632B8360}"/>
                </a:ext>
              </a:extLst>
            </p:cNvPr>
            <p:cNvGrpSpPr/>
            <p:nvPr/>
          </p:nvGrpSpPr>
          <p:grpSpPr>
            <a:xfrm>
              <a:off x="6777358" y="6248915"/>
              <a:ext cx="447195" cy="256804"/>
              <a:chOff x="7805810" y="4792566"/>
              <a:chExt cx="447195" cy="256804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227AC47A-CFAF-A948-AB0D-5AD754C0A5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05810" y="480755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96E2BD93-1213-E947-8163-15835AB3C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2101" y="479256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85D7A422-6B4C-8344-9EF5-101F8245B7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822" y="4819950"/>
                <a:ext cx="1734" cy="22942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0AE8429-46F8-6B48-A73D-ADD9E74EF98B}"/>
                </a:ext>
              </a:extLst>
            </p:cNvPr>
            <p:cNvGrpSpPr/>
            <p:nvPr/>
          </p:nvGrpSpPr>
          <p:grpSpPr>
            <a:xfrm>
              <a:off x="5964481" y="5375293"/>
              <a:ext cx="462185" cy="175597"/>
              <a:chOff x="7402676" y="3966286"/>
              <a:chExt cx="462185" cy="175597"/>
            </a:xfrm>
          </p:grpSpPr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964ABD3C-EDCF-3548-BBA4-D38D158F95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5367D25B-CB77-5348-9601-BE12E12257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06220404-8C29-874C-A5E4-3B7764DD6A2C}"/>
                </a:ext>
              </a:extLst>
            </p:cNvPr>
            <p:cNvGrpSpPr/>
            <p:nvPr/>
          </p:nvGrpSpPr>
          <p:grpSpPr>
            <a:xfrm>
              <a:off x="5965295" y="5796752"/>
              <a:ext cx="462185" cy="175597"/>
              <a:chOff x="7402676" y="3966286"/>
              <a:chExt cx="462185" cy="175597"/>
            </a:xfrm>
          </p:grpSpPr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27E5B6CD-C8A2-684A-B664-2121103BDA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0DE0B098-77EF-E64E-9FFF-1300212C95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E3226C20-6E2E-0149-8F7E-F0779497900D}"/>
                </a:ext>
              </a:extLst>
            </p:cNvPr>
            <p:cNvGrpSpPr/>
            <p:nvPr/>
          </p:nvGrpSpPr>
          <p:grpSpPr>
            <a:xfrm>
              <a:off x="6762368" y="5410487"/>
              <a:ext cx="462185" cy="175597"/>
              <a:chOff x="7402676" y="3966286"/>
              <a:chExt cx="462185" cy="175597"/>
            </a:xfrm>
          </p:grpSpPr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CBF17420-A1B1-9E4C-8058-E52F935F66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AE5FE4F1-C7C8-B845-B35E-2D9AB3F205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D057BD49-2BCF-A74B-88A7-BD1BF3E63A87}"/>
                </a:ext>
              </a:extLst>
            </p:cNvPr>
            <p:cNvGrpSpPr/>
            <p:nvPr/>
          </p:nvGrpSpPr>
          <p:grpSpPr>
            <a:xfrm>
              <a:off x="6744534" y="5847776"/>
              <a:ext cx="462185" cy="175597"/>
              <a:chOff x="7402676" y="3966286"/>
              <a:chExt cx="462185" cy="175597"/>
            </a:xfrm>
          </p:grpSpPr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E8E5326F-A70B-0442-A770-623A182C52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02676" y="3966286"/>
                <a:ext cx="173555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95C5D83E-882A-C540-824A-D172C8ADBB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33957" y="3966286"/>
                <a:ext cx="130904" cy="17559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51B90809-402B-204A-B037-04BFBFF8E89B}"/>
                </a:ext>
              </a:extLst>
            </p:cNvPr>
            <p:cNvCxnSpPr>
              <a:cxnSpLocks/>
              <a:stCxn id="72" idx="0"/>
              <a:endCxn id="71" idx="4"/>
            </p:cNvCxnSpPr>
            <p:nvPr/>
          </p:nvCxnSpPr>
          <p:spPr>
            <a:xfrm flipV="1">
              <a:off x="7010443" y="5424233"/>
              <a:ext cx="0" cy="20729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BBBB3E52-7836-EF4B-98AF-0FD6588C1004}"/>
                </a:ext>
              </a:extLst>
            </p:cNvPr>
            <p:cNvCxnSpPr>
              <a:cxnSpLocks/>
              <a:stCxn id="74" idx="0"/>
              <a:endCxn id="72" idx="4"/>
            </p:cNvCxnSpPr>
            <p:nvPr/>
          </p:nvCxnSpPr>
          <p:spPr>
            <a:xfrm flipV="1">
              <a:off x="7010443" y="5864283"/>
              <a:ext cx="0" cy="16728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4765952-D446-C74C-9B2D-9704AAB992EE}"/>
                </a:ext>
              </a:extLst>
            </p:cNvPr>
            <p:cNvCxnSpPr>
              <a:cxnSpLocks/>
            </p:cNvCxnSpPr>
            <p:nvPr/>
          </p:nvCxnSpPr>
          <p:spPr>
            <a:xfrm>
              <a:off x="6315468" y="423452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C51154F-1418-8F4C-9B58-66EA63D281D7}"/>
                </a:ext>
              </a:extLst>
            </p:cNvPr>
            <p:cNvCxnSpPr>
              <a:cxnSpLocks/>
            </p:cNvCxnSpPr>
            <p:nvPr/>
          </p:nvCxnSpPr>
          <p:spPr>
            <a:xfrm>
              <a:off x="5568394" y="5136170"/>
              <a:ext cx="130904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16A7FDE2-D712-FF44-A67B-5B9CAEAA77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5279" y="4867157"/>
              <a:ext cx="173555" cy="1755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12468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313404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Representation.</a:t>
            </a:r>
            <a:r>
              <a:rPr lang="en-US" dirty="0"/>
              <a:t> A 3-way </a:t>
            </a:r>
            <a:r>
              <a:rPr lang="en-US" dirty="0" err="1"/>
              <a:t>trie</a:t>
            </a:r>
            <a:r>
              <a:rPr lang="en-US" dirty="0"/>
              <a:t> node consists of:</a:t>
            </a:r>
          </a:p>
          <a:p>
            <a:pPr lvl="1"/>
            <a:r>
              <a:rPr lang="en-US" b="1" dirty="0"/>
              <a:t>a character </a:t>
            </a:r>
            <a:r>
              <a:rPr lang="en-US" b="1" i="1" dirty="0"/>
              <a:t>c</a:t>
            </a:r>
          </a:p>
          <a:p>
            <a:pPr lvl="1"/>
            <a:r>
              <a:rPr lang="en-US" dirty="0"/>
              <a:t>a value</a:t>
            </a:r>
          </a:p>
          <a:p>
            <a:pPr lvl="1"/>
            <a:r>
              <a:rPr lang="en-US" dirty="0"/>
              <a:t>a link to a left 3-way </a:t>
            </a:r>
            <a:r>
              <a:rPr lang="en-US" dirty="0" err="1"/>
              <a:t>trie</a:t>
            </a:r>
            <a:r>
              <a:rPr lang="en-US" dirty="0"/>
              <a:t> node</a:t>
            </a:r>
          </a:p>
          <a:p>
            <a:pPr lvl="1"/>
            <a:r>
              <a:rPr lang="en-US" dirty="0"/>
              <a:t>a link to a middle 3-way </a:t>
            </a:r>
            <a:r>
              <a:rPr lang="en-US" dirty="0" err="1"/>
              <a:t>trie</a:t>
            </a:r>
            <a:r>
              <a:rPr lang="en-US" dirty="0"/>
              <a:t> node</a:t>
            </a:r>
          </a:p>
          <a:p>
            <a:pPr lvl="1"/>
            <a:r>
              <a:rPr lang="en-US" dirty="0"/>
              <a:t>a link to a right 3-way </a:t>
            </a:r>
            <a:r>
              <a:rPr lang="en-US" dirty="0" err="1"/>
              <a:t>trie</a:t>
            </a:r>
            <a:r>
              <a:rPr lang="en-US" dirty="0"/>
              <a:t> node</a:t>
            </a:r>
          </a:p>
        </p:txBody>
      </p:sp>
      <p:grpSp>
        <p:nvGrpSpPr>
          <p:cNvPr id="24" name="Group 23" descr="graphical representation of a 3-way trie node">
            <a:extLst>
              <a:ext uri="{FF2B5EF4-FFF2-40B4-BE49-F238E27FC236}">
                <a16:creationId xmlns:a16="http://schemas.microsoft.com/office/drawing/2014/main" id="{376D352C-1C3E-0747-9F5D-0A1186F6FDE4}"/>
              </a:ext>
            </a:extLst>
          </p:cNvPr>
          <p:cNvGrpSpPr/>
          <p:nvPr/>
        </p:nvGrpSpPr>
        <p:grpSpPr>
          <a:xfrm>
            <a:off x="442835" y="4329508"/>
            <a:ext cx="10196817" cy="2517554"/>
            <a:chOff x="442835" y="4329508"/>
            <a:chExt cx="10196817" cy="251755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7D4E236-2B99-454E-A408-316854BF9B32}"/>
                </a:ext>
              </a:extLst>
            </p:cNvPr>
            <p:cNvSpPr/>
            <p:nvPr/>
          </p:nvSpPr>
          <p:spPr>
            <a:xfrm>
              <a:off x="4297181" y="4329508"/>
              <a:ext cx="1798819" cy="1274164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D80928B-225F-4A4F-B2BA-B1DB8F6DFC53}"/>
                </a:ext>
              </a:extLst>
            </p:cNvPr>
            <p:cNvCxnSpPr>
              <a:cxnSpLocks/>
            </p:cNvCxnSpPr>
            <p:nvPr/>
          </p:nvCxnSpPr>
          <p:spPr>
            <a:xfrm>
              <a:off x="4315953" y="5116492"/>
              <a:ext cx="1798819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00D5BF9-C5EC-7441-9FBD-842F6FA7E4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3027" y="4338236"/>
              <a:ext cx="0" cy="77825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BBD06-3E2D-2645-8AFA-0B821380A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0961" y="5116492"/>
              <a:ext cx="0" cy="50094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4B96BFF-DC10-D14A-97A2-EF975A366B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4079" y="5116492"/>
              <a:ext cx="0" cy="50094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BBE515A-AA74-DC49-A951-1D2C1C5E9A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8082" y="5356358"/>
              <a:ext cx="409515" cy="762376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C3C5FEF-272B-5A46-BD56-CF6BC5E18749}"/>
                </a:ext>
              </a:extLst>
            </p:cNvPr>
            <p:cNvCxnSpPr>
              <a:cxnSpLocks/>
            </p:cNvCxnSpPr>
            <p:nvPr/>
          </p:nvCxnSpPr>
          <p:spPr>
            <a:xfrm>
              <a:off x="5091863" y="5334625"/>
              <a:ext cx="16680" cy="84053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CF93040-46A6-B940-A867-01A279BCEB91}"/>
                </a:ext>
              </a:extLst>
            </p:cNvPr>
            <p:cNvCxnSpPr>
              <a:cxnSpLocks/>
            </p:cNvCxnSpPr>
            <p:nvPr/>
          </p:nvCxnSpPr>
          <p:spPr>
            <a:xfrm>
              <a:off x="5819616" y="5334625"/>
              <a:ext cx="295156" cy="80584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47BCEA-2C25-B944-ADA8-313833F7BACF}"/>
                </a:ext>
              </a:extLst>
            </p:cNvPr>
            <p:cNvSpPr txBox="1"/>
            <p:nvPr/>
          </p:nvSpPr>
          <p:spPr>
            <a:xfrm>
              <a:off x="5819615" y="6200731"/>
              <a:ext cx="26464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 for keys whose current character is </a:t>
              </a:r>
              <a:r>
                <a:rPr lang="en-US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FB83BE-D55E-9D4A-BAEA-B80C28B70EFF}"/>
                </a:ext>
              </a:extLst>
            </p:cNvPr>
            <p:cNvSpPr txBox="1"/>
            <p:nvPr/>
          </p:nvSpPr>
          <p:spPr>
            <a:xfrm>
              <a:off x="6953388" y="4472111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value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AF5A6A0-474F-1145-95F9-8D705A1535C1}"/>
                </a:ext>
              </a:extLst>
            </p:cNvPr>
            <p:cNvSpPr txBox="1"/>
            <p:nvPr/>
          </p:nvSpPr>
          <p:spPr>
            <a:xfrm>
              <a:off x="4570879" y="446338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CA129C4-C436-124C-8DD5-2F17615A6865}"/>
                </a:ext>
              </a:extLst>
            </p:cNvPr>
            <p:cNvCxnSpPr>
              <a:stCxn id="28" idx="1"/>
            </p:cNvCxnSpPr>
            <p:nvPr/>
          </p:nvCxnSpPr>
          <p:spPr>
            <a:xfrm flipH="1">
              <a:off x="6096000" y="4656777"/>
              <a:ext cx="857388" cy="1268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F9BB012-BD7C-5E4B-A15E-3CDAC9EC2C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1863" y="5750228"/>
              <a:ext cx="727753" cy="58437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218571-0A3B-3940-A7A9-C14C86AD342F}"/>
                </a:ext>
              </a:extLst>
            </p:cNvPr>
            <p:cNvSpPr txBox="1"/>
            <p:nvPr/>
          </p:nvSpPr>
          <p:spPr>
            <a:xfrm>
              <a:off x="7140843" y="5366569"/>
              <a:ext cx="34988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 for keys whose current character is bigger than c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1FFEF3A-4081-AA4F-929A-C610D03400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8874" y="5500444"/>
              <a:ext cx="1111971" cy="31418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D8B2D3E-132E-F24F-AD91-7DF91617729D}"/>
                </a:ext>
              </a:extLst>
            </p:cNvPr>
            <p:cNvSpPr txBox="1"/>
            <p:nvPr/>
          </p:nvSpPr>
          <p:spPr>
            <a:xfrm>
              <a:off x="2309134" y="4463383"/>
              <a:ext cx="114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character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0D72E79-F94B-874C-8F81-FF182B24745E}"/>
                </a:ext>
              </a:extLst>
            </p:cNvPr>
            <p:cNvCxnSpPr>
              <a:cxnSpLocks/>
            </p:cNvCxnSpPr>
            <p:nvPr/>
          </p:nvCxnSpPr>
          <p:spPr>
            <a:xfrm>
              <a:off x="3521656" y="4669459"/>
              <a:ext cx="76252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DCA0E19-FD4D-564D-B68F-B5499851B8A3}"/>
                </a:ext>
              </a:extLst>
            </p:cNvPr>
            <p:cNvSpPr txBox="1"/>
            <p:nvPr/>
          </p:nvSpPr>
          <p:spPr>
            <a:xfrm>
              <a:off x="442835" y="5294273"/>
              <a:ext cx="34988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 for keys whose current character is smaller than c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38FE598-C5CA-2C4A-82DD-96AAB787C9F4}"/>
                </a:ext>
              </a:extLst>
            </p:cNvPr>
            <p:cNvCxnSpPr>
              <a:cxnSpLocks/>
            </p:cNvCxnSpPr>
            <p:nvPr/>
          </p:nvCxnSpPr>
          <p:spPr>
            <a:xfrm>
              <a:off x="3443666" y="5617438"/>
              <a:ext cx="866066" cy="16622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08716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1C6404-22B8-824C-8BC1-093D17157D05}"/>
              </a:ext>
            </a:extLst>
          </p:cNvPr>
          <p:cNvSpPr txBox="1"/>
          <p:nvPr/>
        </p:nvSpPr>
        <p:spPr>
          <a:xfrm>
            <a:off x="3377987" y="1575185"/>
            <a:ext cx="3764172" cy="3539430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TernarySearchTrieST</a:t>
            </a:r>
            <a:r>
              <a:rPr lang="en-GB" sz="1600" dirty="0">
                <a:latin typeface="Courier" pitchFamily="2" charset="0"/>
              </a:rPr>
              <a:t>: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class Node: </a:t>
            </a:r>
          </a:p>
          <a:p>
            <a:r>
              <a:rPr lang="en-GB" sz="1600" dirty="0">
                <a:latin typeface="Courier" pitchFamily="2" charset="0"/>
              </a:rPr>
              <a:t>        def __</a:t>
            </a:r>
            <a:r>
              <a:rPr lang="en-GB" sz="1600" dirty="0" err="1">
                <a:latin typeface="Courier" pitchFamily="2" charset="0"/>
              </a:rPr>
              <a:t>init</a:t>
            </a:r>
            <a:r>
              <a:rPr lang="en-GB" sz="1600" dirty="0">
                <a:latin typeface="Courier" pitchFamily="2" charset="0"/>
              </a:rPr>
              <a:t>__(self): 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self.value</a:t>
            </a:r>
            <a:r>
              <a:rPr lang="en-GB" sz="1600" dirty="0">
                <a:latin typeface="Courier" pitchFamily="2" charset="0"/>
              </a:rPr>
              <a:t> = None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self.char</a:t>
            </a:r>
            <a:r>
              <a:rPr lang="en-GB" sz="1600" dirty="0">
                <a:latin typeface="Courier" pitchFamily="2" charset="0"/>
              </a:rPr>
              <a:t> = “”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self.left</a:t>
            </a:r>
            <a:r>
              <a:rPr lang="en-GB" sz="1600" dirty="0">
                <a:latin typeface="Courier" pitchFamily="2" charset="0"/>
              </a:rPr>
              <a:t> = None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self.mid</a:t>
            </a:r>
            <a:r>
              <a:rPr lang="en-GB" sz="1600" dirty="0">
                <a:latin typeface="Courier" pitchFamily="2" charset="0"/>
              </a:rPr>
              <a:t> = None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self.right</a:t>
            </a:r>
            <a:r>
              <a:rPr lang="en-GB" sz="1600" dirty="0">
                <a:latin typeface="Courier" pitchFamily="2" charset="0"/>
              </a:rPr>
              <a:t> = None</a:t>
            </a:r>
          </a:p>
          <a:p>
            <a:endParaRPr lang="en-GB" sz="1600" dirty="0">
              <a:latin typeface="Courier" pitchFamily="2" charset="0"/>
            </a:endParaRP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def __</a:t>
            </a:r>
            <a:r>
              <a:rPr lang="en-GB" sz="1600" dirty="0" err="1">
                <a:latin typeface="Courier" pitchFamily="2" charset="0"/>
              </a:rPr>
              <a:t>init</a:t>
            </a:r>
            <a:r>
              <a:rPr lang="en-GB" sz="1600" dirty="0">
                <a:latin typeface="Courier" pitchFamily="2" charset="0"/>
              </a:rPr>
              <a:t>__(self): 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 = Node()</a:t>
            </a:r>
          </a:p>
          <a:p>
            <a:r>
              <a:rPr lang="en-GB" sz="1600" dirty="0">
                <a:latin typeface="Courier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839518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BE1DC-4E0E-F04F-B272-17FCEA6A9E86}"/>
              </a:ext>
            </a:extLst>
          </p:cNvPr>
          <p:cNvSpPr txBox="1"/>
          <p:nvPr/>
        </p:nvSpPr>
        <p:spPr>
          <a:xfrm>
            <a:off x="2973253" y="1588136"/>
            <a:ext cx="7220246" cy="501675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…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put(self, key, value):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 = __put(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, key, value, 0)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__put(self, node, key, value, d):</a:t>
            </a:r>
          </a:p>
          <a:p>
            <a:r>
              <a:rPr lang="en-GB" sz="1600" dirty="0">
                <a:latin typeface="Courier" pitchFamily="2" charset="0"/>
              </a:rPr>
              <a:t>        c = key[d]</a:t>
            </a:r>
          </a:p>
          <a:p>
            <a:r>
              <a:rPr lang="en-GB" sz="1600" dirty="0">
                <a:latin typeface="Courier" pitchFamily="2" charset="0"/>
              </a:rPr>
              <a:t>        if (node == None):</a:t>
            </a:r>
          </a:p>
          <a:p>
            <a:r>
              <a:rPr lang="en-GB" sz="1600" dirty="0">
                <a:latin typeface="Courier" pitchFamily="2" charset="0"/>
              </a:rPr>
              <a:t>            node = Node()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node.char</a:t>
            </a:r>
            <a:r>
              <a:rPr lang="en-GB" sz="1600" dirty="0">
                <a:latin typeface="Courier" pitchFamily="2" charset="0"/>
              </a:rPr>
              <a:t> = c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    if (c &lt; </a:t>
            </a:r>
            <a:r>
              <a:rPr lang="en-GB" sz="1600" dirty="0" err="1">
                <a:latin typeface="Courier" pitchFamily="2" charset="0"/>
              </a:rPr>
              <a:t>node.char</a:t>
            </a:r>
            <a:r>
              <a:rPr lang="en-GB" sz="1600" dirty="0">
                <a:latin typeface="Courier" pitchFamily="2" charset="0"/>
              </a:rPr>
              <a:t>):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node.left</a:t>
            </a:r>
            <a:r>
              <a:rPr lang="en-GB" sz="1600" dirty="0">
                <a:latin typeface="Courier" pitchFamily="2" charset="0"/>
              </a:rPr>
              <a:t> = __put(</a:t>
            </a:r>
            <a:r>
              <a:rPr lang="en-GB" sz="1600" dirty="0" err="1">
                <a:latin typeface="Courier" pitchFamily="2" charset="0"/>
              </a:rPr>
              <a:t>node.left</a:t>
            </a:r>
            <a:r>
              <a:rPr lang="en-GB" sz="1600" dirty="0">
                <a:latin typeface="Courier" pitchFamily="2" charset="0"/>
              </a:rPr>
              <a:t>, key, value, d)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elif</a:t>
            </a:r>
            <a:r>
              <a:rPr lang="en-GB" sz="1600" dirty="0">
                <a:latin typeface="Courier" pitchFamily="2" charset="0"/>
              </a:rPr>
              <a:t> (c &gt; </a:t>
            </a:r>
            <a:r>
              <a:rPr lang="en-GB" sz="1600" dirty="0" err="1">
                <a:latin typeface="Courier" pitchFamily="2" charset="0"/>
              </a:rPr>
              <a:t>node.char</a:t>
            </a:r>
            <a:r>
              <a:rPr lang="en-GB" sz="1600" dirty="0">
                <a:latin typeface="Courier" pitchFamily="2" charset="0"/>
              </a:rPr>
              <a:t>):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node.right</a:t>
            </a:r>
            <a:r>
              <a:rPr lang="en-GB" sz="1600" dirty="0">
                <a:latin typeface="Courier" pitchFamily="2" charset="0"/>
              </a:rPr>
              <a:t> = __put(</a:t>
            </a:r>
            <a:r>
              <a:rPr lang="en-GB" sz="1600" dirty="0" err="1">
                <a:latin typeface="Courier" pitchFamily="2" charset="0"/>
              </a:rPr>
              <a:t>node.right</a:t>
            </a:r>
            <a:r>
              <a:rPr lang="en-GB" sz="1600" dirty="0">
                <a:latin typeface="Courier" pitchFamily="2" charset="0"/>
              </a:rPr>
              <a:t>, key, value, d)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elif</a:t>
            </a:r>
            <a:r>
              <a:rPr lang="en-GB" sz="1600" dirty="0">
                <a:latin typeface="Courier" pitchFamily="2" charset="0"/>
              </a:rPr>
              <a:t> (d &lt; </a:t>
            </a:r>
            <a:r>
              <a:rPr lang="en-GB" sz="1600" dirty="0" err="1">
                <a:latin typeface="Courier" pitchFamily="2" charset="0"/>
              </a:rPr>
              <a:t>len</a:t>
            </a:r>
            <a:r>
              <a:rPr lang="en-GB" sz="1600" dirty="0">
                <a:latin typeface="Courier" pitchFamily="2" charset="0"/>
              </a:rPr>
              <a:t>(key)-1):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node.mid</a:t>
            </a:r>
            <a:r>
              <a:rPr lang="en-GB" sz="1600" dirty="0">
                <a:latin typeface="Courier" pitchFamily="2" charset="0"/>
              </a:rPr>
              <a:t> = __put(</a:t>
            </a:r>
            <a:r>
              <a:rPr lang="en-GB" sz="1600" dirty="0" err="1">
                <a:latin typeface="Courier" pitchFamily="2" charset="0"/>
              </a:rPr>
              <a:t>node.mid</a:t>
            </a:r>
            <a:r>
              <a:rPr lang="en-GB" sz="1600" dirty="0">
                <a:latin typeface="Courier" pitchFamily="2" charset="0"/>
              </a:rPr>
              <a:t>, key, value, </a:t>
            </a:r>
            <a:r>
              <a:rPr lang="en-GB" sz="1600" b="1" dirty="0">
                <a:solidFill>
                  <a:srgbClr val="C00000"/>
                </a:solidFill>
                <a:latin typeface="Courier" pitchFamily="2" charset="0"/>
              </a:rPr>
              <a:t>d+1</a:t>
            </a:r>
            <a:r>
              <a:rPr lang="en-GB" sz="1600" dirty="0">
                <a:latin typeface="Courier" pitchFamily="2" charset="0"/>
              </a:rPr>
              <a:t>);</a:t>
            </a:r>
          </a:p>
          <a:p>
            <a:r>
              <a:rPr lang="en-GB" sz="1600" dirty="0">
                <a:latin typeface="Courier" pitchFamily="2" charset="0"/>
              </a:rPr>
              <a:t>        else: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node.value</a:t>
            </a:r>
            <a:r>
              <a:rPr lang="en-GB" sz="1600" dirty="0">
                <a:latin typeface="Courier" pitchFamily="2" charset="0"/>
              </a:rPr>
              <a:t> = value </a:t>
            </a:r>
          </a:p>
          <a:p>
            <a:r>
              <a:rPr lang="en-GB" sz="1600" dirty="0">
                <a:latin typeface="Courier" pitchFamily="2" charset="0"/>
              </a:rPr>
              <a:t>        return node</a:t>
            </a:r>
          </a:p>
          <a:p>
            <a:r>
              <a:rPr lang="en-GB" sz="1600" dirty="0">
                <a:latin typeface="Courier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5545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BE1DC-4E0E-F04F-B272-17FCEA6A9E86}"/>
              </a:ext>
            </a:extLst>
          </p:cNvPr>
          <p:cNvSpPr txBox="1"/>
          <p:nvPr/>
        </p:nvSpPr>
        <p:spPr>
          <a:xfrm>
            <a:off x="2763390" y="1565391"/>
            <a:ext cx="5615640" cy="501675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…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get(self, key):</a:t>
            </a:r>
          </a:p>
          <a:p>
            <a:r>
              <a:rPr lang="en-GB" sz="1600" dirty="0">
                <a:latin typeface="Courier" pitchFamily="2" charset="0"/>
              </a:rPr>
              <a:t>        node = __get(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, key, 0)</a:t>
            </a:r>
          </a:p>
          <a:p>
            <a:r>
              <a:rPr lang="en-GB" sz="1600" dirty="0">
                <a:latin typeface="Courier" pitchFamily="2" charset="0"/>
              </a:rPr>
              <a:t>        if (node == None):</a:t>
            </a:r>
          </a:p>
          <a:p>
            <a:r>
              <a:rPr lang="en-GB" sz="1600" dirty="0">
                <a:latin typeface="Courier" pitchFamily="2" charset="0"/>
              </a:rPr>
              <a:t>            return None</a:t>
            </a:r>
          </a:p>
          <a:p>
            <a:r>
              <a:rPr lang="en-GB" sz="1600" dirty="0">
                <a:latin typeface="Courier" pitchFamily="2" charset="0"/>
              </a:rPr>
              <a:t>        else:</a:t>
            </a:r>
          </a:p>
          <a:p>
            <a:r>
              <a:rPr lang="en-GB" sz="1600" dirty="0">
                <a:latin typeface="Courier" pitchFamily="2" charset="0"/>
              </a:rPr>
              <a:t>            return </a:t>
            </a:r>
            <a:r>
              <a:rPr lang="en-GB" sz="1600" dirty="0" err="1">
                <a:latin typeface="Courier" pitchFamily="2" charset="0"/>
              </a:rPr>
              <a:t>node.value</a:t>
            </a:r>
            <a:endParaRPr lang="en-GB" sz="1600" dirty="0">
              <a:latin typeface="Courier" pitchFamily="2" charset="0"/>
            </a:endParaRPr>
          </a:p>
          <a:p>
            <a:endParaRPr lang="en-GB" sz="1600" dirty="0">
              <a:highlight>
                <a:srgbClr val="C0C0C0"/>
              </a:highlight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__get(self, node, key, d):</a:t>
            </a:r>
          </a:p>
          <a:p>
            <a:r>
              <a:rPr lang="en-GB" sz="1600" dirty="0">
                <a:latin typeface="Courier" pitchFamily="2" charset="0"/>
              </a:rPr>
              <a:t>        if (node == None):</a:t>
            </a:r>
          </a:p>
          <a:p>
            <a:r>
              <a:rPr lang="en-GB" sz="1600" dirty="0">
                <a:latin typeface="Courier" pitchFamily="2" charset="0"/>
              </a:rPr>
              <a:t>            return None</a:t>
            </a:r>
          </a:p>
          <a:p>
            <a:r>
              <a:rPr lang="en-GB" sz="1600" dirty="0">
                <a:latin typeface="Courier" pitchFamily="2" charset="0"/>
              </a:rPr>
              <a:t>        c = key[d]</a:t>
            </a:r>
          </a:p>
          <a:p>
            <a:r>
              <a:rPr lang="en-GB" sz="1600" dirty="0">
                <a:latin typeface="Courier" pitchFamily="2" charset="0"/>
              </a:rPr>
              <a:t>        if (c &lt; </a:t>
            </a:r>
            <a:r>
              <a:rPr lang="en-GB" sz="1600" dirty="0" err="1">
                <a:latin typeface="Courier" pitchFamily="2" charset="0"/>
              </a:rPr>
              <a:t>node.char</a:t>
            </a:r>
            <a:r>
              <a:rPr lang="en-GB" sz="1600" dirty="0">
                <a:latin typeface="Courier" pitchFamily="2" charset="0"/>
              </a:rPr>
              <a:t>):</a:t>
            </a:r>
          </a:p>
          <a:p>
            <a:r>
              <a:rPr lang="en-GB" sz="1600" dirty="0">
                <a:latin typeface="Courier" pitchFamily="2" charset="0"/>
              </a:rPr>
              <a:t>            return __get(</a:t>
            </a:r>
            <a:r>
              <a:rPr lang="en-GB" sz="1600" dirty="0" err="1">
                <a:latin typeface="Courier" pitchFamily="2" charset="0"/>
              </a:rPr>
              <a:t>node.left</a:t>
            </a:r>
            <a:r>
              <a:rPr lang="en-GB" sz="1600" dirty="0">
                <a:latin typeface="Courier" pitchFamily="2" charset="0"/>
              </a:rPr>
              <a:t>, key, d)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elif</a:t>
            </a:r>
            <a:r>
              <a:rPr lang="en-GB" sz="1600" dirty="0">
                <a:latin typeface="Courier" pitchFamily="2" charset="0"/>
              </a:rPr>
              <a:t> (c &gt; </a:t>
            </a:r>
            <a:r>
              <a:rPr lang="en-GB" sz="1600" dirty="0" err="1">
                <a:latin typeface="Courier" pitchFamily="2" charset="0"/>
              </a:rPr>
              <a:t>node.char</a:t>
            </a:r>
            <a:r>
              <a:rPr lang="en-GB" sz="1600" dirty="0">
                <a:latin typeface="Courier" pitchFamily="2" charset="0"/>
              </a:rPr>
              <a:t>):</a:t>
            </a:r>
          </a:p>
          <a:p>
            <a:r>
              <a:rPr lang="en-GB" sz="1600" dirty="0">
                <a:latin typeface="Courier" pitchFamily="2" charset="0"/>
              </a:rPr>
              <a:t>            return __get(</a:t>
            </a:r>
            <a:r>
              <a:rPr lang="en-GB" sz="1600" dirty="0" err="1">
                <a:latin typeface="Courier" pitchFamily="2" charset="0"/>
              </a:rPr>
              <a:t>node.right</a:t>
            </a:r>
            <a:r>
              <a:rPr lang="en-GB" sz="1600" dirty="0">
                <a:latin typeface="Courier" pitchFamily="2" charset="0"/>
              </a:rPr>
              <a:t>, key, d)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elif</a:t>
            </a:r>
            <a:r>
              <a:rPr lang="en-GB" sz="1600" dirty="0">
                <a:latin typeface="Courier" pitchFamily="2" charset="0"/>
              </a:rPr>
              <a:t> (d &lt; </a:t>
            </a:r>
            <a:r>
              <a:rPr lang="en-GB" sz="1600" dirty="0" err="1">
                <a:latin typeface="Courier" pitchFamily="2" charset="0"/>
              </a:rPr>
              <a:t>len</a:t>
            </a:r>
            <a:r>
              <a:rPr lang="en-GB" sz="1600" dirty="0">
                <a:latin typeface="Courier" pitchFamily="2" charset="0"/>
              </a:rPr>
              <a:t>(key)-1):</a:t>
            </a:r>
          </a:p>
          <a:p>
            <a:r>
              <a:rPr lang="en-GB" sz="1600" dirty="0">
                <a:latin typeface="Courier" pitchFamily="2" charset="0"/>
              </a:rPr>
              <a:t>            return __get(</a:t>
            </a:r>
            <a:r>
              <a:rPr lang="en-GB" sz="1600" dirty="0" err="1">
                <a:latin typeface="Courier" pitchFamily="2" charset="0"/>
              </a:rPr>
              <a:t>node.mid</a:t>
            </a:r>
            <a:r>
              <a:rPr lang="en-GB" sz="1600" dirty="0">
                <a:latin typeface="Courier" pitchFamily="2" charset="0"/>
              </a:rPr>
              <a:t>, key, </a:t>
            </a:r>
            <a:r>
              <a:rPr lang="en-GB" sz="1600" b="1" dirty="0">
                <a:solidFill>
                  <a:srgbClr val="C00000"/>
                </a:solidFill>
                <a:latin typeface="Courier" pitchFamily="2" charset="0"/>
              </a:rPr>
              <a:t>d+1</a:t>
            </a:r>
            <a:r>
              <a:rPr lang="en-GB" sz="1600" dirty="0">
                <a:latin typeface="Courier" pitchFamily="2" charset="0"/>
              </a:rPr>
              <a:t>)</a:t>
            </a:r>
          </a:p>
          <a:p>
            <a:r>
              <a:rPr lang="en-GB" sz="1600" dirty="0">
                <a:latin typeface="Courier" pitchFamily="2" charset="0"/>
              </a:rPr>
              <a:t>        else:</a:t>
            </a:r>
          </a:p>
          <a:p>
            <a:r>
              <a:rPr lang="en-GB" sz="1600" dirty="0">
                <a:latin typeface="Courier" pitchFamily="2" charset="0"/>
              </a:rPr>
              <a:t>            return node</a:t>
            </a:r>
          </a:p>
        </p:txBody>
      </p:sp>
    </p:spTree>
    <p:extLst>
      <p:ext uri="{BB962C8B-B14F-4D97-AF65-F5344CB8AC3E}">
        <p14:creationId xmlns:p14="http://schemas.microsoft.com/office/powerpoint/2010/main" val="3528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E2C0-2BD4-0345-9EA2-B09FB886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3-way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7993-25EE-DB48-8CC3-AEBC1BD5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Space</a:t>
            </a:r>
            <a:r>
              <a:rPr lang="en-US" dirty="0"/>
              <a:t>. Links ~ </a:t>
            </a:r>
            <a:r>
              <a:rPr lang="en-US" i="1" dirty="0"/>
              <a:t>4*N</a:t>
            </a:r>
            <a:r>
              <a:rPr lang="en-US" dirty="0"/>
              <a:t> (space efficient)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r>
              <a:rPr lang="en-US" dirty="0">
                <a:highlight>
                  <a:srgbClr val="C0C0C0"/>
                </a:highlight>
              </a:rPr>
              <a:t>Time</a:t>
            </a:r>
            <a:r>
              <a:rPr lang="en-US" dirty="0"/>
              <a:t>. As fast as hashing (for string keys), and faster on search miss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Extended API</a:t>
            </a:r>
            <a:r>
              <a:rPr lang="en-US" dirty="0"/>
              <a:t> (for strings). More flexible than either hashing or red-black BST</a:t>
            </a:r>
          </a:p>
        </p:txBody>
      </p:sp>
    </p:spTree>
    <p:extLst>
      <p:ext uri="{BB962C8B-B14F-4D97-AF65-F5344CB8AC3E}">
        <p14:creationId xmlns:p14="http://schemas.microsoft.com/office/powerpoint/2010/main" val="30445050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4B2B-42A6-AB40-9BC4-CB4BFBF6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C683-7CB8-FA4F-BFE8-E3A25C25F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  <a:p>
            <a:r>
              <a:rPr lang="en-US" dirty="0"/>
              <a:t>3-way Tries</a:t>
            </a:r>
          </a:p>
          <a:p>
            <a:r>
              <a:rPr lang="en-US" dirty="0">
                <a:highlight>
                  <a:srgbClr val="C0C0C0"/>
                </a:highlight>
              </a:rPr>
              <a:t>Extended API</a:t>
            </a:r>
          </a:p>
        </p:txBody>
      </p:sp>
    </p:spTree>
    <p:extLst>
      <p:ext uri="{BB962C8B-B14F-4D97-AF65-F5344CB8AC3E}">
        <p14:creationId xmlns:p14="http://schemas.microsoft.com/office/powerpoint/2010/main" val="15892838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B0DA-982F-D748-81CB-765206DB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–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D9DB-7A21-7241-A539-E089269AF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749454" cy="5016842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Prefix match</a:t>
            </a:r>
            <a:r>
              <a:rPr lang="en-US" dirty="0"/>
              <a:t>. Find all keys in a symbol table starting with a given prefix.</a:t>
            </a:r>
          </a:p>
          <a:p>
            <a:r>
              <a:rPr lang="en-US" dirty="0"/>
              <a:t>Example: text autocomplete</a:t>
            </a:r>
          </a:p>
          <a:p>
            <a:pPr lvl="1"/>
            <a:r>
              <a:rPr lang="en-US" dirty="0"/>
              <a:t>User types characters one at a time (i.e., prefix)</a:t>
            </a:r>
          </a:p>
          <a:p>
            <a:pPr lvl="1"/>
            <a:r>
              <a:rPr lang="en-US" dirty="0"/>
              <a:t>System reports all matching strings (i.e., keys) </a:t>
            </a:r>
          </a:p>
          <a:p>
            <a:pPr lvl="1"/>
            <a:endParaRPr lang="en-US" dirty="0"/>
          </a:p>
        </p:txBody>
      </p:sp>
      <p:pic>
        <p:nvPicPr>
          <p:cNvPr id="5" name="Picture 4" descr="A screenshot of a google search with text autocomplete in seacrh bar">
            <a:extLst>
              <a:ext uri="{FF2B5EF4-FFF2-40B4-BE49-F238E27FC236}">
                <a16:creationId xmlns:a16="http://schemas.microsoft.com/office/drawing/2014/main" id="{C237EE14-634D-434F-8D99-020F45CB25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38" b="-1704"/>
          <a:stretch/>
        </p:blipFill>
        <p:spPr>
          <a:xfrm>
            <a:off x="1018811" y="3472894"/>
            <a:ext cx="4787900" cy="3132000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709508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B0DA-982F-D748-81CB-765206DB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–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D9DB-7A21-7241-A539-E089269AF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Longest prefix</a:t>
            </a:r>
            <a:r>
              <a:rPr lang="en-US" dirty="0"/>
              <a:t>. Find the longest key in the symbol table that is the prefix of a given query string</a:t>
            </a:r>
          </a:p>
          <a:p>
            <a:r>
              <a:rPr lang="en-US" dirty="0"/>
              <a:t>Example: internet routing</a:t>
            </a:r>
          </a:p>
          <a:p>
            <a:pPr lvl="1"/>
            <a:r>
              <a:rPr lang="en-US" dirty="0"/>
              <a:t>Query string is IP address of a packet</a:t>
            </a:r>
          </a:p>
          <a:p>
            <a:pPr lvl="1"/>
            <a:r>
              <a:rPr lang="en-US" dirty="0"/>
              <a:t>Router selects address to forward packet to as longest matching prefix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79E9AD-5A47-1847-A5B6-28830BD7D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94615"/>
              </p:ext>
            </p:extLst>
          </p:nvPr>
        </p:nvGraphicFramePr>
        <p:xfrm>
          <a:off x="922729" y="4015464"/>
          <a:ext cx="65024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157">
                  <a:extLst>
                    <a:ext uri="{9D8B030D-6E8A-4147-A177-3AD203B41FA5}">
                      <a16:colId xmlns:a16="http://schemas.microsoft.com/office/drawing/2014/main" val="3739924980"/>
                    </a:ext>
                  </a:extLst>
                </a:gridCol>
                <a:gridCol w="1813809">
                  <a:extLst>
                    <a:ext uri="{9D8B030D-6E8A-4147-A177-3AD203B41FA5}">
                      <a16:colId xmlns:a16="http://schemas.microsoft.com/office/drawing/2014/main" val="1978534605"/>
                    </a:ext>
                  </a:extLst>
                </a:gridCol>
                <a:gridCol w="1229194">
                  <a:extLst>
                    <a:ext uri="{9D8B030D-6E8A-4147-A177-3AD203B41FA5}">
                      <a16:colId xmlns:a16="http://schemas.microsoft.com/office/drawing/2014/main" val="228220823"/>
                    </a:ext>
                  </a:extLst>
                </a:gridCol>
                <a:gridCol w="1159240">
                  <a:extLst>
                    <a:ext uri="{9D8B030D-6E8A-4147-A177-3AD203B41FA5}">
                      <a16:colId xmlns:a16="http://schemas.microsoft.com/office/drawing/2014/main" val="1827777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 destination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Netmask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Gateway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60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128.16.0.0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92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128.16.5.0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68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128.16.5.245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390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128.16.136.0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13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128.222.0.0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60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052998"/>
                  </a:ext>
                </a:extLst>
              </a:tr>
            </a:tbl>
          </a:graphicData>
        </a:graphic>
      </p:graphicFrame>
      <p:grpSp>
        <p:nvGrpSpPr>
          <p:cNvPr id="8" name="Group 7" descr="example of longest prefix search in routing table">
            <a:extLst>
              <a:ext uri="{FF2B5EF4-FFF2-40B4-BE49-F238E27FC236}">
                <a16:creationId xmlns:a16="http://schemas.microsoft.com/office/drawing/2014/main" id="{6D2AF024-A650-DA4B-8C13-464ED9C5C4E8}"/>
              </a:ext>
            </a:extLst>
          </p:cNvPr>
          <p:cNvGrpSpPr/>
          <p:nvPr/>
        </p:nvGrpSpPr>
        <p:grpSpPr>
          <a:xfrm>
            <a:off x="7425129" y="4727440"/>
            <a:ext cx="4252005" cy="338554"/>
            <a:chOff x="7425129" y="4727440"/>
            <a:chExt cx="4252005" cy="3385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66267BE-C4A5-864A-B6CC-0E763BC18783}"/>
                </a:ext>
              </a:extLst>
            </p:cNvPr>
            <p:cNvSpPr txBox="1"/>
            <p:nvPr/>
          </p:nvSpPr>
          <p:spPr>
            <a:xfrm>
              <a:off x="8616681" y="4727440"/>
              <a:ext cx="30604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longestPrefixOf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(“128.16.5.220”)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28C8BEA-53DE-2D4D-AF94-DC44F6A4F38D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7425129" y="4896717"/>
              <a:ext cx="1191552" cy="1060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38593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B0DA-982F-D748-81CB-765206DB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–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D9DB-7A21-7241-A539-E089269AF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Symbol Table Basic API:</a:t>
            </a:r>
          </a:p>
          <a:p>
            <a:pPr lvl="1"/>
            <a:r>
              <a:rPr lang="en-US" dirty="0">
                <a:latin typeface="Courier" pitchFamily="2" charset="0"/>
              </a:rPr>
              <a:t>put(key, value)</a:t>
            </a:r>
          </a:p>
          <a:p>
            <a:pPr lvl="1"/>
            <a:r>
              <a:rPr lang="en-US" dirty="0">
                <a:latin typeface="Courier" pitchFamily="2" charset="0"/>
              </a:rPr>
              <a:t>get(key)</a:t>
            </a:r>
          </a:p>
          <a:p>
            <a:pPr lvl="1"/>
            <a:r>
              <a:rPr lang="en-US" dirty="0">
                <a:latin typeface="Courier" pitchFamily="2" charset="0"/>
              </a:rPr>
              <a:t>delete(key)</a:t>
            </a:r>
          </a:p>
          <a:p>
            <a:r>
              <a:rPr lang="en-US" dirty="0"/>
              <a:t>Symbol Table Extended API:</a:t>
            </a:r>
          </a:p>
          <a:p>
            <a:pPr lvl="1"/>
            <a:r>
              <a:rPr lang="en-US" dirty="0" err="1">
                <a:latin typeface="Courier" pitchFamily="2" charset="0"/>
              </a:rPr>
              <a:t>keysWithPrefix</a:t>
            </a:r>
            <a:r>
              <a:rPr lang="en-US" dirty="0">
                <a:latin typeface="Courier" pitchFamily="2" charset="0"/>
              </a:rPr>
              <a:t>(s)</a:t>
            </a:r>
          </a:p>
          <a:p>
            <a:pPr lvl="1"/>
            <a:r>
              <a:rPr lang="en-US" dirty="0" err="1">
                <a:latin typeface="Courier" pitchFamily="2" charset="0"/>
              </a:rPr>
              <a:t>longestPrefixOf</a:t>
            </a:r>
            <a:r>
              <a:rPr lang="en-US" dirty="0">
                <a:latin typeface="Courier" pitchFamily="2" charset="0"/>
              </a:rPr>
              <a:t>(s)</a:t>
            </a:r>
          </a:p>
          <a:p>
            <a:pPr lvl="1"/>
            <a:r>
              <a:rPr lang="en-US" dirty="0">
                <a:latin typeface="Courier" pitchFamily="2" charset="0"/>
              </a:rPr>
              <a:t>keys()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287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:</a:t>
            </a:r>
            <a:r>
              <a:rPr lang="en-US" dirty="0"/>
              <a:t> iterate through all keys in sorted order</a:t>
            </a:r>
          </a:p>
          <a:p>
            <a:r>
              <a:rPr lang="en-US" dirty="0">
                <a:highlight>
                  <a:srgbClr val="C0C0C0"/>
                </a:highlight>
              </a:rPr>
              <a:t>How-to:</a:t>
            </a:r>
          </a:p>
          <a:p>
            <a:pPr lvl="1"/>
            <a:r>
              <a:rPr lang="en-US" dirty="0"/>
              <a:t>Do an in-order traversal of the </a:t>
            </a:r>
            <a:r>
              <a:rPr lang="en-US" dirty="0" err="1"/>
              <a:t>trie</a:t>
            </a:r>
            <a:endParaRPr lang="en-US" dirty="0"/>
          </a:p>
          <a:p>
            <a:pPr lvl="1"/>
            <a:r>
              <a:rPr lang="en-US" dirty="0"/>
              <a:t>Keep track of matched characters on the path from root to current node</a:t>
            </a:r>
          </a:p>
          <a:p>
            <a:pPr lvl="1"/>
            <a:r>
              <a:rPr lang="en-US" dirty="0"/>
              <a:t>Add </a:t>
            </a:r>
            <a:r>
              <a:rPr lang="en-US" i="1" dirty="0"/>
              <a:t>matched keys </a:t>
            </a:r>
            <a:r>
              <a:rPr lang="en-US" dirty="0"/>
              <a:t>to a queue</a:t>
            </a:r>
          </a:p>
        </p:txBody>
      </p:sp>
    </p:spTree>
    <p:extLst>
      <p:ext uri="{BB962C8B-B14F-4D97-AF65-F5344CB8AC3E}">
        <p14:creationId xmlns:p14="http://schemas.microsoft.com/office/powerpoint/2010/main" val="18716510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262768"/>
              </p:ext>
            </p:extLst>
          </p:nvPr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4337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734237"/>
              </p:ext>
            </p:extLst>
          </p:nvPr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9179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317230"/>
              </p:ext>
            </p:extLst>
          </p:nvPr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1214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046037"/>
              </p:ext>
            </p:extLst>
          </p:nvPr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8393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441978"/>
              </p:ext>
            </p:extLst>
          </p:nvPr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5863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713690"/>
              </p:ext>
            </p:extLst>
          </p:nvPr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0778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594932"/>
              </p:ext>
            </p:extLst>
          </p:nvPr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5542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85950"/>
              </p:ext>
            </p:extLst>
          </p:nvPr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6806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907796"/>
              </p:ext>
            </p:extLst>
          </p:nvPr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 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3604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319374"/>
              </p:ext>
            </p:extLst>
          </p:nvPr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 sells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937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demo</a:t>
            </a:r>
            <a:endParaRPr lang="en-US" dirty="0"/>
          </a:p>
        </p:txBody>
      </p:sp>
      <p:grpSp>
        <p:nvGrpSpPr>
          <p:cNvPr id="100" name="Group 99" descr="trie example">
            <a:extLst>
              <a:ext uri="{FF2B5EF4-FFF2-40B4-BE49-F238E27FC236}">
                <a16:creationId xmlns:a16="http://schemas.microsoft.com/office/drawing/2014/main" id="{EAAB8EE5-EBB5-DA4C-A515-28A4903FCABD}"/>
              </a:ext>
            </a:extLst>
          </p:cNvPr>
          <p:cNvGrpSpPr/>
          <p:nvPr/>
        </p:nvGrpSpPr>
        <p:grpSpPr>
          <a:xfrm>
            <a:off x="383058" y="2604962"/>
            <a:ext cx="5909824" cy="3956476"/>
            <a:chOff x="5219548" y="2931535"/>
            <a:chExt cx="5909824" cy="395647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CFA2B16-AA1C-AA4C-AFD1-377210BA2858}"/>
                </a:ext>
              </a:extLst>
            </p:cNvPr>
            <p:cNvSpPr/>
            <p:nvPr/>
          </p:nvSpPr>
          <p:spPr>
            <a:xfrm>
              <a:off x="7706508" y="2931535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13A6C62-D253-E541-BBD1-A55030260E99}"/>
                </a:ext>
              </a:extLst>
            </p:cNvPr>
            <p:cNvSpPr/>
            <p:nvPr/>
          </p:nvSpPr>
          <p:spPr>
            <a:xfrm>
              <a:off x="5227380" y="3559402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38AFA90-89B7-234E-88B7-39A535D51660}"/>
                </a:ext>
              </a:extLst>
            </p:cNvPr>
            <p:cNvSpPr/>
            <p:nvPr/>
          </p:nvSpPr>
          <p:spPr>
            <a:xfrm>
              <a:off x="7692654" y="355667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A578A86-5CC4-534F-8F20-5E79EF410645}"/>
                </a:ext>
              </a:extLst>
            </p:cNvPr>
            <p:cNvSpPr/>
            <p:nvPr/>
          </p:nvSpPr>
          <p:spPr>
            <a:xfrm>
              <a:off x="10483127" y="3556669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5EE5C87-DFAC-1C49-BE80-FC158A51E0A2}"/>
                </a:ext>
              </a:extLst>
            </p:cNvPr>
            <p:cNvSpPr/>
            <p:nvPr/>
          </p:nvSpPr>
          <p:spPr>
            <a:xfrm>
              <a:off x="5219548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F2E2AA9-4CD4-F14E-ACD0-B3E7A7EF7C6A}"/>
                </a:ext>
              </a:extLst>
            </p:cNvPr>
            <p:cNvSpPr/>
            <p:nvPr/>
          </p:nvSpPr>
          <p:spPr>
            <a:xfrm>
              <a:off x="6631587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CE84F17-76D6-4146-BF9E-EC56E1D1D96C}"/>
                </a:ext>
              </a:extLst>
            </p:cNvPr>
            <p:cNvSpPr/>
            <p:nvPr/>
          </p:nvSpPr>
          <p:spPr>
            <a:xfrm>
              <a:off x="8492282" y="409417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D98D347-C818-2F40-B124-FBA45298890A}"/>
                </a:ext>
              </a:extLst>
            </p:cNvPr>
            <p:cNvSpPr/>
            <p:nvPr/>
          </p:nvSpPr>
          <p:spPr>
            <a:xfrm>
              <a:off x="10499892" y="4098088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89841A-4C04-7E44-92AF-06A6A054336F}"/>
                </a:ext>
              </a:extLst>
            </p:cNvPr>
            <p:cNvSpPr/>
            <p:nvPr/>
          </p:nvSpPr>
          <p:spPr>
            <a:xfrm>
              <a:off x="10497415" y="475834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C79AC5B-0942-8E40-90E7-C13F27F8AADC}"/>
                </a:ext>
              </a:extLst>
            </p:cNvPr>
            <p:cNvSpPr/>
            <p:nvPr/>
          </p:nvSpPr>
          <p:spPr>
            <a:xfrm>
              <a:off x="6140960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ECBF121-16E3-7342-B737-D61AE4D08A37}"/>
                </a:ext>
              </a:extLst>
            </p:cNvPr>
            <p:cNvSpPr/>
            <p:nvPr/>
          </p:nvSpPr>
          <p:spPr>
            <a:xfrm>
              <a:off x="7049948" y="472144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F3FC6B8-8468-4942-A1E4-4DB7B2134C6F}"/>
                </a:ext>
              </a:extLst>
            </p:cNvPr>
            <p:cNvSpPr/>
            <p:nvPr/>
          </p:nvSpPr>
          <p:spPr>
            <a:xfrm>
              <a:off x="7049948" y="536556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DCC35DE-2FF8-2243-9CF2-C946F267A4C4}"/>
                </a:ext>
              </a:extLst>
            </p:cNvPr>
            <p:cNvSpPr/>
            <p:nvPr/>
          </p:nvSpPr>
          <p:spPr>
            <a:xfrm>
              <a:off x="8221849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07EA278-E9EE-D742-9DF5-E2D70EEDA406}"/>
                </a:ext>
              </a:extLst>
            </p:cNvPr>
            <p:cNvSpPr/>
            <p:nvPr/>
          </p:nvSpPr>
          <p:spPr>
            <a:xfrm>
              <a:off x="9192807" y="472144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10ECC8E-07FE-0D49-8753-24F00B338DB6}"/>
                </a:ext>
              </a:extLst>
            </p:cNvPr>
            <p:cNvSpPr/>
            <p:nvPr/>
          </p:nvSpPr>
          <p:spPr>
            <a:xfrm>
              <a:off x="9192807" y="535008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AD145F2-BB3B-4B42-A280-70B11E7937A2}"/>
                </a:ext>
              </a:extLst>
            </p:cNvPr>
            <p:cNvSpPr/>
            <p:nvPr/>
          </p:nvSpPr>
          <p:spPr>
            <a:xfrm>
              <a:off x="7049948" y="5961283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5E756A-36B6-3C43-9E5F-FF8E1110455B}"/>
                </a:ext>
              </a:extLst>
            </p:cNvPr>
            <p:cNvSpPr/>
            <p:nvPr/>
          </p:nvSpPr>
          <p:spPr>
            <a:xfrm>
              <a:off x="9192807" y="5921577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DF7CD91-4469-CB48-84E4-E64FE03D2FFD}"/>
                </a:ext>
              </a:extLst>
            </p:cNvPr>
            <p:cNvSpPr/>
            <p:nvPr/>
          </p:nvSpPr>
          <p:spPr>
            <a:xfrm>
              <a:off x="8249248" y="5365566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C115CB4-E951-6C47-9307-3B1D659D215E}"/>
                </a:ext>
              </a:extLst>
            </p:cNvPr>
            <p:cNvSpPr/>
            <p:nvPr/>
          </p:nvSpPr>
          <p:spPr>
            <a:xfrm>
              <a:off x="8249248" y="5961284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926A073-137D-5948-812A-9EB30829F4E6}"/>
                </a:ext>
              </a:extLst>
            </p:cNvPr>
            <p:cNvSpPr/>
            <p:nvPr/>
          </p:nvSpPr>
          <p:spPr>
            <a:xfrm>
              <a:off x="8251725" y="6527120"/>
              <a:ext cx="318654" cy="332509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6CF1E80-4C93-2F43-B392-CF864A3DC179}"/>
                </a:ext>
              </a:extLst>
            </p:cNvPr>
            <p:cNvCxnSpPr>
              <a:stCxn id="101" idx="2"/>
              <a:endCxn id="102" idx="7"/>
            </p:cNvCxnSpPr>
            <p:nvPr/>
          </p:nvCxnSpPr>
          <p:spPr>
            <a:xfrm flipH="1">
              <a:off x="5499368" y="3097790"/>
              <a:ext cx="2207140" cy="5103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102CD82-5D46-6B42-9DD5-C237C4A885A6}"/>
                </a:ext>
              </a:extLst>
            </p:cNvPr>
            <p:cNvCxnSpPr>
              <a:cxnSpLocks/>
              <a:stCxn id="101" idx="6"/>
              <a:endCxn id="104" idx="1"/>
            </p:cNvCxnSpPr>
            <p:nvPr/>
          </p:nvCxnSpPr>
          <p:spPr>
            <a:xfrm>
              <a:off x="8025162" y="3097790"/>
              <a:ext cx="2504631" cy="50757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E46720-068E-2F4F-A1A7-6B91C2A2BF26}"/>
                </a:ext>
              </a:extLst>
            </p:cNvPr>
            <p:cNvCxnSpPr>
              <a:cxnSpLocks/>
              <a:stCxn id="101" idx="4"/>
              <a:endCxn id="103" idx="0"/>
            </p:cNvCxnSpPr>
            <p:nvPr/>
          </p:nvCxnSpPr>
          <p:spPr>
            <a:xfrm flipH="1">
              <a:off x="7851981" y="3264044"/>
              <a:ext cx="13854" cy="29262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D8A363-962D-EE47-AB75-66061EB1D2F0}"/>
                </a:ext>
              </a:extLst>
            </p:cNvPr>
            <p:cNvCxnSpPr>
              <a:cxnSpLocks/>
              <a:stCxn id="102" idx="4"/>
              <a:endCxn id="105" idx="0"/>
            </p:cNvCxnSpPr>
            <p:nvPr/>
          </p:nvCxnSpPr>
          <p:spPr>
            <a:xfrm flipH="1">
              <a:off x="5378875" y="3891911"/>
              <a:ext cx="7832" cy="2022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3736007-1A69-CF4F-B8C9-0F32D66DC9F8}"/>
                </a:ext>
              </a:extLst>
            </p:cNvPr>
            <p:cNvCxnSpPr>
              <a:cxnSpLocks/>
              <a:stCxn id="104" idx="4"/>
              <a:endCxn id="108" idx="0"/>
            </p:cNvCxnSpPr>
            <p:nvPr/>
          </p:nvCxnSpPr>
          <p:spPr>
            <a:xfrm>
              <a:off x="10642454" y="3889178"/>
              <a:ext cx="16765" cy="20891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DA3442A-0984-F244-9D23-91DE6C962F65}"/>
                </a:ext>
              </a:extLst>
            </p:cNvPr>
            <p:cNvCxnSpPr>
              <a:cxnSpLocks/>
              <a:stCxn id="109" idx="0"/>
              <a:endCxn id="108" idx="4"/>
            </p:cNvCxnSpPr>
            <p:nvPr/>
          </p:nvCxnSpPr>
          <p:spPr>
            <a:xfrm flipV="1">
              <a:off x="10656742" y="4430597"/>
              <a:ext cx="2477" cy="32774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BA5671-12A0-794E-B31B-14D358896E89}"/>
                </a:ext>
              </a:extLst>
            </p:cNvPr>
            <p:cNvCxnSpPr>
              <a:cxnSpLocks/>
              <a:stCxn id="103" idx="2"/>
              <a:endCxn id="106" idx="0"/>
            </p:cNvCxnSpPr>
            <p:nvPr/>
          </p:nvCxnSpPr>
          <p:spPr>
            <a:xfrm flipH="1">
              <a:off x="6790914" y="3722925"/>
              <a:ext cx="901740" cy="37125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AA8A4D3-01FD-4C4D-AC24-6312286BEE48}"/>
                </a:ext>
              </a:extLst>
            </p:cNvPr>
            <p:cNvCxnSpPr>
              <a:cxnSpLocks/>
              <a:stCxn id="103" idx="6"/>
              <a:endCxn id="107" idx="1"/>
            </p:cNvCxnSpPr>
            <p:nvPr/>
          </p:nvCxnSpPr>
          <p:spPr>
            <a:xfrm>
              <a:off x="8011308" y="3722925"/>
              <a:ext cx="527640" cy="41994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01AA460-32B8-4B41-AB51-089BEB48564F}"/>
                </a:ext>
              </a:extLst>
            </p:cNvPr>
            <p:cNvCxnSpPr>
              <a:cxnSpLocks/>
              <a:stCxn id="106" idx="2"/>
              <a:endCxn id="110" idx="0"/>
            </p:cNvCxnSpPr>
            <p:nvPr/>
          </p:nvCxnSpPr>
          <p:spPr>
            <a:xfrm flipH="1">
              <a:off x="6300287" y="4260431"/>
              <a:ext cx="331300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77B647D-5883-8448-B596-38C0BD8AD030}"/>
                </a:ext>
              </a:extLst>
            </p:cNvPr>
            <p:cNvCxnSpPr>
              <a:cxnSpLocks/>
              <a:stCxn id="106" idx="6"/>
              <a:endCxn id="111" idx="0"/>
            </p:cNvCxnSpPr>
            <p:nvPr/>
          </p:nvCxnSpPr>
          <p:spPr>
            <a:xfrm>
              <a:off x="6950241" y="4260431"/>
              <a:ext cx="259034" cy="4610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9852797-865B-E24B-8950-7AA3F46AE3AA}"/>
                </a:ext>
              </a:extLst>
            </p:cNvPr>
            <p:cNvCxnSpPr>
              <a:cxnSpLocks/>
              <a:stCxn id="107" idx="3"/>
              <a:endCxn id="113" idx="0"/>
            </p:cNvCxnSpPr>
            <p:nvPr/>
          </p:nvCxnSpPr>
          <p:spPr>
            <a:xfrm flipH="1">
              <a:off x="8381176" y="4377990"/>
              <a:ext cx="157772" cy="34345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238DAA6-6D2E-EA4C-B417-E26BB13527E1}"/>
                </a:ext>
              </a:extLst>
            </p:cNvPr>
            <p:cNvCxnSpPr>
              <a:cxnSpLocks/>
              <a:stCxn id="107" idx="6"/>
              <a:endCxn id="114" idx="0"/>
            </p:cNvCxnSpPr>
            <p:nvPr/>
          </p:nvCxnSpPr>
          <p:spPr>
            <a:xfrm>
              <a:off x="8810936" y="4260431"/>
              <a:ext cx="541198" cy="4610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D7A9DF-73BE-B749-A35C-1D24CCE5EF02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7209275" y="5053955"/>
              <a:ext cx="0" cy="311612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3501D2-18A8-E04C-8A56-004F4CE3843B}"/>
                </a:ext>
              </a:extLst>
            </p:cNvPr>
            <p:cNvCxnSpPr>
              <a:cxnSpLocks/>
              <a:stCxn id="113" idx="4"/>
              <a:endCxn id="118" idx="0"/>
            </p:cNvCxnSpPr>
            <p:nvPr/>
          </p:nvCxnSpPr>
          <p:spPr>
            <a:xfrm>
              <a:off x="8381176" y="5053953"/>
              <a:ext cx="27399" cy="31161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5D389C1-381D-2D47-B842-4610E03B0DD9}"/>
                </a:ext>
              </a:extLst>
            </p:cNvPr>
            <p:cNvCxnSpPr>
              <a:cxnSpLocks/>
              <a:stCxn id="114" idx="4"/>
              <a:endCxn id="115" idx="0"/>
            </p:cNvCxnSpPr>
            <p:nvPr/>
          </p:nvCxnSpPr>
          <p:spPr>
            <a:xfrm>
              <a:off x="9352134" y="5053953"/>
              <a:ext cx="0" cy="2961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75D87D-C3C2-A641-B249-1745EA2ABD7F}"/>
                </a:ext>
              </a:extLst>
            </p:cNvPr>
            <p:cNvCxnSpPr>
              <a:cxnSpLocks/>
              <a:stCxn id="112" idx="4"/>
              <a:endCxn id="116" idx="0"/>
            </p:cNvCxnSpPr>
            <p:nvPr/>
          </p:nvCxnSpPr>
          <p:spPr>
            <a:xfrm>
              <a:off x="7209275" y="5698076"/>
              <a:ext cx="0" cy="26320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24AC8E1-0E44-0941-B04C-3DEFE4385A24}"/>
                </a:ext>
              </a:extLst>
            </p:cNvPr>
            <p:cNvCxnSpPr>
              <a:cxnSpLocks/>
              <a:stCxn id="118" idx="4"/>
              <a:endCxn id="119" idx="0"/>
            </p:cNvCxnSpPr>
            <p:nvPr/>
          </p:nvCxnSpPr>
          <p:spPr>
            <a:xfrm>
              <a:off x="8408575" y="5698075"/>
              <a:ext cx="0" cy="26320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C8DA1F0-4E64-E742-80D2-D582A5093FAE}"/>
                </a:ext>
              </a:extLst>
            </p:cNvPr>
            <p:cNvCxnSpPr>
              <a:cxnSpLocks/>
              <a:stCxn id="115" idx="4"/>
              <a:endCxn id="117" idx="0"/>
            </p:cNvCxnSpPr>
            <p:nvPr/>
          </p:nvCxnSpPr>
          <p:spPr>
            <a:xfrm>
              <a:off x="9352134" y="5682596"/>
              <a:ext cx="0" cy="2389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E8A5FAC-1AC3-2044-AF9A-0E85651E0489}"/>
                </a:ext>
              </a:extLst>
            </p:cNvPr>
            <p:cNvCxnSpPr>
              <a:cxnSpLocks/>
              <a:stCxn id="119" idx="4"/>
              <a:endCxn id="120" idx="0"/>
            </p:cNvCxnSpPr>
            <p:nvPr/>
          </p:nvCxnSpPr>
          <p:spPr>
            <a:xfrm>
              <a:off x="8408575" y="6293793"/>
              <a:ext cx="2477" cy="23332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21A1233-93D5-2B45-AA7D-F937DEB31CCF}"/>
                </a:ext>
              </a:extLst>
            </p:cNvPr>
            <p:cNvSpPr txBox="1"/>
            <p:nvPr/>
          </p:nvSpPr>
          <p:spPr>
            <a:xfrm>
              <a:off x="5529921" y="409406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3305C65-C035-2247-940F-A623011E86E0}"/>
                </a:ext>
              </a:extLst>
            </p:cNvPr>
            <p:cNvSpPr txBox="1"/>
            <p:nvPr/>
          </p:nvSpPr>
          <p:spPr>
            <a:xfrm>
              <a:off x="8567902" y="651867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28DD5C1-50A8-4140-949A-1341C4247850}"/>
                </a:ext>
              </a:extLst>
            </p:cNvPr>
            <p:cNvSpPr txBox="1"/>
            <p:nvPr/>
          </p:nvSpPr>
          <p:spPr>
            <a:xfrm>
              <a:off x="8533917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5C15545-7FBF-FB40-B70D-915C5E1326E5}"/>
                </a:ext>
              </a:extLst>
            </p:cNvPr>
            <p:cNvSpPr txBox="1"/>
            <p:nvPr/>
          </p:nvSpPr>
          <p:spPr>
            <a:xfrm>
              <a:off x="7331687" y="5961283"/>
              <a:ext cx="343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77320AE-C53F-934A-B3A8-FF189A77AADF}"/>
                </a:ext>
              </a:extLst>
            </p:cNvPr>
            <p:cNvSpPr txBox="1"/>
            <p:nvPr/>
          </p:nvSpPr>
          <p:spPr>
            <a:xfrm>
              <a:off x="6397106" y="4712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7ABAD5-877A-B240-900E-0CE1DB582F09}"/>
                </a:ext>
              </a:extLst>
            </p:cNvPr>
            <p:cNvSpPr txBox="1"/>
            <p:nvPr/>
          </p:nvSpPr>
          <p:spPr>
            <a:xfrm>
              <a:off x="9514335" y="590634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E767D62A-F843-6041-99AF-3096C86F8D4E}"/>
                </a:ext>
              </a:extLst>
            </p:cNvPr>
            <p:cNvSpPr txBox="1"/>
            <p:nvPr/>
          </p:nvSpPr>
          <p:spPr>
            <a:xfrm>
              <a:off x="10816466" y="47231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C7D4106B-49D3-514F-B2AF-1D59966E7F77}"/>
              </a:ext>
            </a:extLst>
          </p:cNvPr>
          <p:cNvGraphicFramePr>
            <a:graphicFrameLocks noGrp="1"/>
          </p:cNvGraphicFramePr>
          <p:nvPr/>
        </p:nvGraphicFramePr>
        <p:xfrm>
          <a:off x="6875286" y="1490001"/>
          <a:ext cx="4508917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17">
                  <a:extLst>
                    <a:ext uri="{9D8B030D-6E8A-4147-A177-3AD203B41FA5}">
                      <a16:colId xmlns:a16="http://schemas.microsoft.com/office/drawing/2014/main" val="1827766685"/>
                    </a:ext>
                  </a:extLst>
                </a:gridCol>
                <a:gridCol w="244367">
                  <a:extLst>
                    <a:ext uri="{9D8B030D-6E8A-4147-A177-3AD203B41FA5}">
                      <a16:colId xmlns:a16="http://schemas.microsoft.com/office/drawing/2014/main" val="1555409693"/>
                    </a:ext>
                  </a:extLst>
                </a:gridCol>
                <a:gridCol w="3382733">
                  <a:extLst>
                    <a:ext uri="{9D8B030D-6E8A-4147-A177-3AD203B41FA5}">
                      <a16:colId xmlns:a16="http://schemas.microsoft.com/office/drawing/2014/main" val="200525358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Prefix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93570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5790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585576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6303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09503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89667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68956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620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sells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 sells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3606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19751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 sells she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78710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shel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709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shell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95472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shells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 sells she shells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9406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018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273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 sells she shells shore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844859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190182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389725"/>
                  </a:ext>
                </a:extLst>
              </a:tr>
              <a:tr h="179186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sea sells she shells shore the</a:t>
                      </a: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27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9384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keys()</a:t>
            </a:r>
            <a:r>
              <a:rPr lang="en-US" dirty="0">
                <a:highlight>
                  <a:srgbClr val="C0C0C0"/>
                </a:highlight>
              </a:rPr>
              <a:t> pseudocode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640AB7-C4BD-BB47-8473-B5DF435CEE1D}"/>
              </a:ext>
            </a:extLst>
          </p:cNvPr>
          <p:cNvSpPr txBox="1"/>
          <p:nvPr/>
        </p:nvSpPr>
        <p:spPr>
          <a:xfrm>
            <a:off x="514866" y="2116170"/>
            <a:ext cx="7220246" cy="427809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…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keys():</a:t>
            </a:r>
          </a:p>
          <a:p>
            <a:r>
              <a:rPr lang="en-GB" sz="1600" dirty="0">
                <a:latin typeface="Courier" pitchFamily="2" charset="0"/>
              </a:rPr>
              <a:t>        queue = Queue()</a:t>
            </a:r>
          </a:p>
          <a:p>
            <a:r>
              <a:rPr lang="en-GB" sz="1600" dirty="0">
                <a:latin typeface="Courier" pitchFamily="2" charset="0"/>
              </a:rPr>
              <a:t>        __collect(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, “”, queue)</a:t>
            </a:r>
          </a:p>
          <a:p>
            <a:r>
              <a:rPr lang="en-GB" sz="1600" dirty="0">
                <a:latin typeface="Courier" pitchFamily="2" charset="0"/>
              </a:rPr>
              <a:t>        return queue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__collect(node, prefix, queue):</a:t>
            </a:r>
          </a:p>
          <a:p>
            <a:r>
              <a:rPr lang="en-GB" sz="1600" dirty="0">
                <a:latin typeface="Courier" pitchFamily="2" charset="0"/>
              </a:rPr>
              <a:t>        if (node == None):</a:t>
            </a:r>
          </a:p>
          <a:p>
            <a:r>
              <a:rPr lang="en-GB" sz="1600" dirty="0">
                <a:latin typeface="Courier" pitchFamily="2" charset="0"/>
              </a:rPr>
              <a:t>            return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    if (</a:t>
            </a:r>
            <a:r>
              <a:rPr lang="en-GB" sz="1600" dirty="0" err="1">
                <a:latin typeface="Courier" pitchFamily="2" charset="0"/>
              </a:rPr>
              <a:t>node.value</a:t>
            </a:r>
            <a:r>
              <a:rPr lang="en-GB" sz="1600" dirty="0">
                <a:latin typeface="Courier" pitchFamily="2" charset="0"/>
              </a:rPr>
              <a:t> != None):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queue.enqueue</a:t>
            </a:r>
            <a:r>
              <a:rPr lang="en-GB" sz="1600" dirty="0">
                <a:latin typeface="Courier" pitchFamily="2" charset="0"/>
              </a:rPr>
              <a:t>(prefix)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    for c in range(0, R):</a:t>
            </a:r>
          </a:p>
          <a:p>
            <a:r>
              <a:rPr lang="en-GB" sz="1600" dirty="0">
                <a:latin typeface="Courier" pitchFamily="2" charset="0"/>
              </a:rPr>
              <a:t>            __collect(</a:t>
            </a:r>
            <a:r>
              <a:rPr lang="en-GB" sz="1600" dirty="0" err="1">
                <a:latin typeface="Courier" pitchFamily="2" charset="0"/>
              </a:rPr>
              <a:t>node.children</a:t>
            </a:r>
            <a:r>
              <a:rPr lang="en-GB" sz="1600" dirty="0">
                <a:latin typeface="Courier" pitchFamily="2" charset="0"/>
              </a:rPr>
              <a:t>[c], </a:t>
            </a:r>
            <a:r>
              <a:rPr lang="en-GB" sz="1600" dirty="0" err="1">
                <a:latin typeface="Courier" pitchFamily="2" charset="0"/>
              </a:rPr>
              <a:t>prefix+c</a:t>
            </a:r>
            <a:r>
              <a:rPr lang="en-GB" sz="1600" dirty="0">
                <a:latin typeface="Courier" pitchFamily="2" charset="0"/>
              </a:rPr>
              <a:t>, queue) 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690731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ighlight>
                  <a:srgbClr val="C0C0C0"/>
                </a:highlight>
                <a:latin typeface="Courier" pitchFamily="2" charset="0"/>
              </a:rPr>
              <a:t>keysWithPrefix</a:t>
            </a:r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(s)</a:t>
            </a:r>
            <a:r>
              <a:rPr lang="en-US" dirty="0">
                <a:highlight>
                  <a:srgbClr val="C0C0C0"/>
                </a:highlight>
              </a:rPr>
              <a:t>:</a:t>
            </a:r>
            <a:r>
              <a:rPr lang="en-US" dirty="0"/>
              <a:t> find all keys in the symbol table starting with </a:t>
            </a:r>
            <a:r>
              <a:rPr lang="en-US" dirty="0">
                <a:latin typeface="Courier" pitchFamily="2" charset="0"/>
              </a:rPr>
              <a:t>s</a:t>
            </a:r>
          </a:p>
          <a:p>
            <a:r>
              <a:rPr lang="en-US" dirty="0">
                <a:highlight>
                  <a:srgbClr val="C0C0C0"/>
                </a:highlight>
              </a:rPr>
              <a:t>How-to:</a:t>
            </a:r>
          </a:p>
          <a:p>
            <a:pPr lvl="1"/>
            <a:r>
              <a:rPr lang="en-US" dirty="0"/>
              <a:t>Do an in-order traversal of the </a:t>
            </a:r>
            <a:r>
              <a:rPr lang="en-US" dirty="0" err="1"/>
              <a:t>trie</a:t>
            </a:r>
            <a:r>
              <a:rPr lang="en-US" dirty="0"/>
              <a:t>, </a:t>
            </a:r>
            <a:r>
              <a:rPr lang="en-US" dirty="0">
                <a:solidFill>
                  <a:schemeClr val="accent5"/>
                </a:solidFill>
              </a:rPr>
              <a:t>starting at the node x matching </a:t>
            </a:r>
            <a:r>
              <a:rPr lang="en-US" dirty="0">
                <a:solidFill>
                  <a:schemeClr val="accent5"/>
                </a:solidFill>
                <a:latin typeface="Courier" pitchFamily="2" charset="0"/>
              </a:rPr>
              <a:t>s</a:t>
            </a:r>
          </a:p>
          <a:p>
            <a:pPr lvl="1"/>
            <a:r>
              <a:rPr lang="en-US" dirty="0"/>
              <a:t>Keep track of matched characters on the path </a:t>
            </a:r>
            <a:r>
              <a:rPr lang="en-US" dirty="0">
                <a:solidFill>
                  <a:schemeClr val="accent5"/>
                </a:solidFill>
              </a:rPr>
              <a:t>from x</a:t>
            </a:r>
            <a:r>
              <a:rPr lang="en-US" dirty="0"/>
              <a:t> to current node</a:t>
            </a:r>
          </a:p>
          <a:p>
            <a:pPr lvl="1"/>
            <a:r>
              <a:rPr lang="en-US" dirty="0"/>
              <a:t>Add matched keys to a queue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892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ighlight>
                  <a:srgbClr val="C0C0C0"/>
                </a:highlight>
                <a:latin typeface="Courier" pitchFamily="2" charset="0"/>
              </a:rPr>
              <a:t>keysWithPrefix</a:t>
            </a:r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(s)</a:t>
            </a:r>
            <a:r>
              <a:rPr lang="en-US" dirty="0"/>
              <a:t>: example &amp;  pseudocode</a:t>
            </a:r>
          </a:p>
        </p:txBody>
      </p:sp>
      <p:grpSp>
        <p:nvGrpSpPr>
          <p:cNvPr id="53" name="Group 52" descr="example of keys-with-prefix search">
            <a:extLst>
              <a:ext uri="{FF2B5EF4-FFF2-40B4-BE49-F238E27FC236}">
                <a16:creationId xmlns:a16="http://schemas.microsoft.com/office/drawing/2014/main" id="{95073633-9093-4741-B987-FC91F548D22B}"/>
              </a:ext>
            </a:extLst>
          </p:cNvPr>
          <p:cNvGrpSpPr/>
          <p:nvPr/>
        </p:nvGrpSpPr>
        <p:grpSpPr>
          <a:xfrm>
            <a:off x="506432" y="2489958"/>
            <a:ext cx="3746851" cy="3672737"/>
            <a:chOff x="506432" y="2489958"/>
            <a:chExt cx="3746851" cy="3672737"/>
          </a:xfrm>
        </p:grpSpPr>
        <p:grpSp>
          <p:nvGrpSpPr>
            <p:cNvPr id="5" name="Group 4" descr="trie example">
              <a:extLst>
                <a:ext uri="{FF2B5EF4-FFF2-40B4-BE49-F238E27FC236}">
                  <a16:creationId xmlns:a16="http://schemas.microsoft.com/office/drawing/2014/main" id="{9B9B7303-6F9D-D246-A209-8346FEEFB76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6432" y="3654274"/>
              <a:ext cx="3746851" cy="2508421"/>
              <a:chOff x="5219548" y="2931535"/>
              <a:chExt cx="5909824" cy="3956476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A212B1B-F95E-3E43-AE41-3399775CE0AD}"/>
                  </a:ext>
                </a:extLst>
              </p:cNvPr>
              <p:cNvSpPr/>
              <p:nvPr/>
            </p:nvSpPr>
            <p:spPr>
              <a:xfrm>
                <a:off x="7706508" y="2931535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A79FFF-E1EE-6B4A-B6C0-6874E6D91ADE}"/>
                  </a:ext>
                </a:extLst>
              </p:cNvPr>
              <p:cNvSpPr/>
              <p:nvPr/>
            </p:nvSpPr>
            <p:spPr>
              <a:xfrm>
                <a:off x="5227380" y="3559402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D914E2A-5256-2149-AA1C-D9190B23E3E9}"/>
                  </a:ext>
                </a:extLst>
              </p:cNvPr>
              <p:cNvSpPr/>
              <p:nvPr/>
            </p:nvSpPr>
            <p:spPr>
              <a:xfrm>
                <a:off x="7692654" y="3556670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EDCDD54-E044-9E4D-8A8A-F5932C808695}"/>
                  </a:ext>
                </a:extLst>
              </p:cNvPr>
              <p:cNvSpPr/>
              <p:nvPr/>
            </p:nvSpPr>
            <p:spPr>
              <a:xfrm>
                <a:off x="10483127" y="3556669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33D5E10-36EB-5A4F-8455-B264E53B59DC}"/>
                  </a:ext>
                </a:extLst>
              </p:cNvPr>
              <p:cNvSpPr/>
              <p:nvPr/>
            </p:nvSpPr>
            <p:spPr>
              <a:xfrm>
                <a:off x="5219548" y="409417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C715879-4163-094B-BEDB-DA5C3F19EBF7}"/>
                  </a:ext>
                </a:extLst>
              </p:cNvPr>
              <p:cNvSpPr/>
              <p:nvPr/>
            </p:nvSpPr>
            <p:spPr>
              <a:xfrm>
                <a:off x="6631587" y="409417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202F6DF-69BF-424C-AABA-6928550CA664}"/>
                  </a:ext>
                </a:extLst>
              </p:cNvPr>
              <p:cNvSpPr/>
              <p:nvPr/>
            </p:nvSpPr>
            <p:spPr>
              <a:xfrm>
                <a:off x="8492282" y="409417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6849621-3E79-A84D-B623-3E579D308D0D}"/>
                  </a:ext>
                </a:extLst>
              </p:cNvPr>
              <p:cNvSpPr/>
              <p:nvPr/>
            </p:nvSpPr>
            <p:spPr>
              <a:xfrm>
                <a:off x="10499892" y="4098088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26B8FCE-6DC5-5944-87A8-6681271018D8}"/>
                  </a:ext>
                </a:extLst>
              </p:cNvPr>
              <p:cNvSpPr/>
              <p:nvPr/>
            </p:nvSpPr>
            <p:spPr>
              <a:xfrm>
                <a:off x="10497415" y="4758340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B8115D6-E15D-1942-BE51-913849D06B2F}"/>
                  </a:ext>
                </a:extLst>
              </p:cNvPr>
              <p:cNvSpPr/>
              <p:nvPr/>
            </p:nvSpPr>
            <p:spPr>
              <a:xfrm>
                <a:off x="6140960" y="472144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8C42192-9111-7641-BA4E-9F9B051215CA}"/>
                  </a:ext>
                </a:extLst>
              </p:cNvPr>
              <p:cNvSpPr/>
              <p:nvPr/>
            </p:nvSpPr>
            <p:spPr>
              <a:xfrm>
                <a:off x="7049948" y="472144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40A1AA3-05C7-8048-B083-E6523F07D115}"/>
                  </a:ext>
                </a:extLst>
              </p:cNvPr>
              <p:cNvSpPr/>
              <p:nvPr/>
            </p:nvSpPr>
            <p:spPr>
              <a:xfrm>
                <a:off x="7049948" y="5365567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40140D3-F518-1442-A95D-2548BABEE564}"/>
                  </a:ext>
                </a:extLst>
              </p:cNvPr>
              <p:cNvSpPr/>
              <p:nvPr/>
            </p:nvSpPr>
            <p:spPr>
              <a:xfrm>
                <a:off x="8221849" y="4721444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CF897E6-6D48-DF46-997E-526C33A5B4E0}"/>
                  </a:ext>
                </a:extLst>
              </p:cNvPr>
              <p:cNvSpPr/>
              <p:nvPr/>
            </p:nvSpPr>
            <p:spPr>
              <a:xfrm>
                <a:off x="9192807" y="4721444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92F6D92-90B8-A34F-A1E7-AC6A8C456C85}"/>
                  </a:ext>
                </a:extLst>
              </p:cNvPr>
              <p:cNvSpPr/>
              <p:nvPr/>
            </p:nvSpPr>
            <p:spPr>
              <a:xfrm>
                <a:off x="9192807" y="5350087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8E1D1EF-F015-EE43-9584-F6B92B02AA05}"/>
                  </a:ext>
                </a:extLst>
              </p:cNvPr>
              <p:cNvSpPr/>
              <p:nvPr/>
            </p:nvSpPr>
            <p:spPr>
              <a:xfrm>
                <a:off x="7049948" y="5961283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8F2C9AB-DE04-8F42-861F-DFB412E717D3}"/>
                  </a:ext>
                </a:extLst>
              </p:cNvPr>
              <p:cNvSpPr/>
              <p:nvPr/>
            </p:nvSpPr>
            <p:spPr>
              <a:xfrm>
                <a:off x="9192807" y="5921577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65502ED-76C7-8140-B9E8-C401F84F088E}"/>
                  </a:ext>
                </a:extLst>
              </p:cNvPr>
              <p:cNvSpPr/>
              <p:nvPr/>
            </p:nvSpPr>
            <p:spPr>
              <a:xfrm>
                <a:off x="8249248" y="536556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04F5040-BD53-C547-8BBE-7695DF39B6B7}"/>
                  </a:ext>
                </a:extLst>
              </p:cNvPr>
              <p:cNvSpPr/>
              <p:nvPr/>
            </p:nvSpPr>
            <p:spPr>
              <a:xfrm>
                <a:off x="8249248" y="5961284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3AB582F-A488-934A-9DE7-37A6ED02F4E8}"/>
                  </a:ext>
                </a:extLst>
              </p:cNvPr>
              <p:cNvSpPr/>
              <p:nvPr/>
            </p:nvSpPr>
            <p:spPr>
              <a:xfrm>
                <a:off x="8251725" y="6527120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A358D42-0486-8A4B-8BD2-A659F9125F0D}"/>
                  </a:ext>
                </a:extLst>
              </p:cNvPr>
              <p:cNvCxnSpPr>
                <a:stCxn id="6" idx="2"/>
                <a:endCxn id="7" idx="7"/>
              </p:cNvCxnSpPr>
              <p:nvPr/>
            </p:nvCxnSpPr>
            <p:spPr>
              <a:xfrm flipH="1">
                <a:off x="5499368" y="3097790"/>
                <a:ext cx="2207140" cy="51030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ADDA386-C43A-2F4B-A057-F80845E4EF17}"/>
                  </a:ext>
                </a:extLst>
              </p:cNvPr>
              <p:cNvCxnSpPr>
                <a:cxnSpLocks/>
                <a:stCxn id="6" idx="6"/>
                <a:endCxn id="9" idx="1"/>
              </p:cNvCxnSpPr>
              <p:nvPr/>
            </p:nvCxnSpPr>
            <p:spPr>
              <a:xfrm>
                <a:off x="8025162" y="3097790"/>
                <a:ext cx="2504631" cy="50757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16ACE19-7391-1041-AC31-43CB63580E26}"/>
                  </a:ext>
                </a:extLst>
              </p:cNvPr>
              <p:cNvCxnSpPr>
                <a:cxnSpLocks/>
                <a:stCxn id="6" idx="4"/>
                <a:endCxn id="8" idx="0"/>
              </p:cNvCxnSpPr>
              <p:nvPr/>
            </p:nvCxnSpPr>
            <p:spPr>
              <a:xfrm flipH="1">
                <a:off x="7851981" y="3264044"/>
                <a:ext cx="13854" cy="29262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C748CC6-8351-2044-A0E8-3297C997E9FE}"/>
                  </a:ext>
                </a:extLst>
              </p:cNvPr>
              <p:cNvCxnSpPr>
                <a:cxnSpLocks/>
                <a:stCxn id="7" idx="4"/>
                <a:endCxn id="10" idx="0"/>
              </p:cNvCxnSpPr>
              <p:nvPr/>
            </p:nvCxnSpPr>
            <p:spPr>
              <a:xfrm flipH="1">
                <a:off x="5378875" y="3891911"/>
                <a:ext cx="7832" cy="2022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B62B8AA-CD04-0748-982A-39D94639068C}"/>
                  </a:ext>
                </a:extLst>
              </p:cNvPr>
              <p:cNvCxnSpPr>
                <a:cxnSpLocks/>
                <a:stCxn id="9" idx="4"/>
                <a:endCxn id="13" idx="0"/>
              </p:cNvCxnSpPr>
              <p:nvPr/>
            </p:nvCxnSpPr>
            <p:spPr>
              <a:xfrm>
                <a:off x="10642454" y="3889178"/>
                <a:ext cx="16765" cy="20891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25B69B7-B114-064F-8CF4-508B3D0E9EF8}"/>
                  </a:ext>
                </a:extLst>
              </p:cNvPr>
              <p:cNvCxnSpPr>
                <a:cxnSpLocks/>
                <a:stCxn id="14" idx="0"/>
                <a:endCxn id="13" idx="4"/>
              </p:cNvCxnSpPr>
              <p:nvPr/>
            </p:nvCxnSpPr>
            <p:spPr>
              <a:xfrm flipV="1">
                <a:off x="10656742" y="4430597"/>
                <a:ext cx="2477" cy="3277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C8EA172-B8E1-9F46-B610-769A33DBE424}"/>
                  </a:ext>
                </a:extLst>
              </p:cNvPr>
              <p:cNvCxnSpPr>
                <a:cxnSpLocks/>
                <a:stCxn id="8" idx="2"/>
                <a:endCxn id="11" idx="0"/>
              </p:cNvCxnSpPr>
              <p:nvPr/>
            </p:nvCxnSpPr>
            <p:spPr>
              <a:xfrm flipH="1">
                <a:off x="6790914" y="3722925"/>
                <a:ext cx="901740" cy="371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8C931F7-CA82-4D43-9A79-FEB327E31C78}"/>
                  </a:ext>
                </a:extLst>
              </p:cNvPr>
              <p:cNvCxnSpPr>
                <a:cxnSpLocks/>
                <a:stCxn id="8" idx="6"/>
                <a:endCxn id="12" idx="1"/>
              </p:cNvCxnSpPr>
              <p:nvPr/>
            </p:nvCxnSpPr>
            <p:spPr>
              <a:xfrm>
                <a:off x="8011308" y="3722925"/>
                <a:ext cx="527640" cy="41994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75C113E-7FE8-594A-B04D-4B511BFE75AC}"/>
                  </a:ext>
                </a:extLst>
              </p:cNvPr>
              <p:cNvCxnSpPr>
                <a:cxnSpLocks/>
                <a:stCxn id="11" idx="2"/>
                <a:endCxn id="15" idx="0"/>
              </p:cNvCxnSpPr>
              <p:nvPr/>
            </p:nvCxnSpPr>
            <p:spPr>
              <a:xfrm flipH="1">
                <a:off x="6300287" y="4260431"/>
                <a:ext cx="331300" cy="4610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1F37B17-B49A-D741-AF42-DE0F8E23A9B1}"/>
                  </a:ext>
                </a:extLst>
              </p:cNvPr>
              <p:cNvCxnSpPr>
                <a:cxnSpLocks/>
                <a:stCxn id="11" idx="6"/>
                <a:endCxn id="16" idx="0"/>
              </p:cNvCxnSpPr>
              <p:nvPr/>
            </p:nvCxnSpPr>
            <p:spPr>
              <a:xfrm>
                <a:off x="6950241" y="4260431"/>
                <a:ext cx="259034" cy="4610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5D53E44-9876-AB4D-8C2C-903D20B672CE}"/>
                  </a:ext>
                </a:extLst>
              </p:cNvPr>
              <p:cNvCxnSpPr>
                <a:cxnSpLocks/>
                <a:stCxn id="12" idx="3"/>
                <a:endCxn id="18" idx="0"/>
              </p:cNvCxnSpPr>
              <p:nvPr/>
            </p:nvCxnSpPr>
            <p:spPr>
              <a:xfrm flipH="1">
                <a:off x="8381176" y="4377990"/>
                <a:ext cx="157772" cy="34345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9703E7F-F151-D346-98DA-A409152866AE}"/>
                  </a:ext>
                </a:extLst>
              </p:cNvPr>
              <p:cNvCxnSpPr>
                <a:cxnSpLocks/>
                <a:stCxn id="12" idx="6"/>
                <a:endCxn id="19" idx="0"/>
              </p:cNvCxnSpPr>
              <p:nvPr/>
            </p:nvCxnSpPr>
            <p:spPr>
              <a:xfrm>
                <a:off x="8810936" y="4260431"/>
                <a:ext cx="541198" cy="46101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FCBFC65-94E4-EC49-9BB8-90C18A6D108E}"/>
                  </a:ext>
                </a:extLst>
              </p:cNvPr>
              <p:cNvCxnSpPr>
                <a:cxnSpLocks/>
                <a:stCxn id="16" idx="4"/>
                <a:endCxn id="17" idx="0"/>
              </p:cNvCxnSpPr>
              <p:nvPr/>
            </p:nvCxnSpPr>
            <p:spPr>
              <a:xfrm>
                <a:off x="7209275" y="5053955"/>
                <a:ext cx="0" cy="31161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10C5716-BB40-E748-8B62-193F6B2F3C32}"/>
                  </a:ext>
                </a:extLst>
              </p:cNvPr>
              <p:cNvCxnSpPr>
                <a:cxnSpLocks/>
                <a:stCxn id="18" idx="4"/>
                <a:endCxn id="23" idx="0"/>
              </p:cNvCxnSpPr>
              <p:nvPr/>
            </p:nvCxnSpPr>
            <p:spPr>
              <a:xfrm>
                <a:off x="8381176" y="5053953"/>
                <a:ext cx="27399" cy="31161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2B7245BC-9A29-4445-BBCF-320F6B89AC10}"/>
                  </a:ext>
                </a:extLst>
              </p:cNvPr>
              <p:cNvCxnSpPr>
                <a:cxnSpLocks/>
                <a:stCxn id="19" idx="4"/>
                <a:endCxn id="20" idx="0"/>
              </p:cNvCxnSpPr>
              <p:nvPr/>
            </p:nvCxnSpPr>
            <p:spPr>
              <a:xfrm>
                <a:off x="9352134" y="5053953"/>
                <a:ext cx="0" cy="29613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B63A605-AF5F-4847-863B-6571BA5B0EC2}"/>
                  </a:ext>
                </a:extLst>
              </p:cNvPr>
              <p:cNvCxnSpPr>
                <a:cxnSpLocks/>
                <a:stCxn id="17" idx="4"/>
                <a:endCxn id="21" idx="0"/>
              </p:cNvCxnSpPr>
              <p:nvPr/>
            </p:nvCxnSpPr>
            <p:spPr>
              <a:xfrm>
                <a:off x="7209275" y="5698076"/>
                <a:ext cx="0" cy="26320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1B3E773-71AC-3E48-9FDF-259977F7C6BB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8408575" y="5698075"/>
                <a:ext cx="0" cy="26320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E671724-DCCE-F04A-9B0C-996B2806AF9C}"/>
                  </a:ext>
                </a:extLst>
              </p:cNvPr>
              <p:cNvCxnSpPr>
                <a:cxnSpLocks/>
                <a:stCxn id="20" idx="4"/>
                <a:endCxn id="22" idx="0"/>
              </p:cNvCxnSpPr>
              <p:nvPr/>
            </p:nvCxnSpPr>
            <p:spPr>
              <a:xfrm>
                <a:off x="9352134" y="5682596"/>
                <a:ext cx="0" cy="23898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F892BBA-6030-1D42-90BB-24EA18003D36}"/>
                  </a:ext>
                </a:extLst>
              </p:cNvPr>
              <p:cNvCxnSpPr>
                <a:cxnSpLocks/>
                <a:stCxn id="24" idx="4"/>
                <a:endCxn id="25" idx="0"/>
              </p:cNvCxnSpPr>
              <p:nvPr/>
            </p:nvCxnSpPr>
            <p:spPr>
              <a:xfrm>
                <a:off x="8408575" y="6293793"/>
                <a:ext cx="2477" cy="23332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C2E608E-C40E-0F45-8B8D-3EFD9A29CA79}"/>
                  </a:ext>
                </a:extLst>
              </p:cNvPr>
              <p:cNvSpPr txBox="1"/>
              <p:nvPr/>
            </p:nvSpPr>
            <p:spPr>
              <a:xfrm>
                <a:off x="5529921" y="409406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4EAAE19-BB91-4043-A3CF-C512BD79CBB1}"/>
                  </a:ext>
                </a:extLst>
              </p:cNvPr>
              <p:cNvSpPr txBox="1"/>
              <p:nvPr/>
            </p:nvSpPr>
            <p:spPr>
              <a:xfrm>
                <a:off x="8567902" y="651867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550D803-7DA7-DE47-8DBC-2DF8287B7595}"/>
                  </a:ext>
                </a:extLst>
              </p:cNvPr>
              <p:cNvSpPr txBox="1"/>
              <p:nvPr/>
            </p:nvSpPr>
            <p:spPr>
              <a:xfrm>
                <a:off x="8533917" y="471242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C197C29-4123-CB4D-8C7E-6EED518FD290}"/>
                  </a:ext>
                </a:extLst>
              </p:cNvPr>
              <p:cNvSpPr txBox="1"/>
              <p:nvPr/>
            </p:nvSpPr>
            <p:spPr>
              <a:xfrm>
                <a:off x="7331687" y="5961283"/>
                <a:ext cx="343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951659D-7903-7649-8AB8-EF9ABA6F1538}"/>
                  </a:ext>
                </a:extLst>
              </p:cNvPr>
              <p:cNvSpPr txBox="1"/>
              <p:nvPr/>
            </p:nvSpPr>
            <p:spPr>
              <a:xfrm>
                <a:off x="6397106" y="471242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A8077BF-22B2-DA4B-9860-C32203554712}"/>
                  </a:ext>
                </a:extLst>
              </p:cNvPr>
              <p:cNvSpPr txBox="1"/>
              <p:nvPr/>
            </p:nvSpPr>
            <p:spPr>
              <a:xfrm>
                <a:off x="9514335" y="590634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BF8ACAF-FDC9-7745-BA21-EE1EA9A8DB31}"/>
                  </a:ext>
                </a:extLst>
              </p:cNvPr>
              <p:cNvSpPr txBox="1"/>
              <p:nvPr/>
            </p:nvSpPr>
            <p:spPr>
              <a:xfrm>
                <a:off x="10816466" y="472312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70C74FD-0F34-084E-A324-5E6793937764}"/>
                </a:ext>
              </a:extLst>
            </p:cNvPr>
            <p:cNvSpPr txBox="1"/>
            <p:nvPr/>
          </p:nvSpPr>
          <p:spPr>
            <a:xfrm>
              <a:off x="506432" y="2489958"/>
              <a:ext cx="2941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" pitchFamily="2" charset="0"/>
                </a:rPr>
                <a:t>keysWithPrefix</a:t>
              </a:r>
              <a:r>
                <a:rPr lang="en-US" dirty="0">
                  <a:latin typeface="Courier" pitchFamily="2" charset="0"/>
                </a:rPr>
                <a:t>(“</a:t>
              </a:r>
              <a:r>
                <a:rPr lang="en-US" dirty="0" err="1">
                  <a:latin typeface="Courier" pitchFamily="2" charset="0"/>
                </a:rPr>
                <a:t>sh</a:t>
              </a:r>
              <a:r>
                <a:rPr lang="en-US" dirty="0">
                  <a:latin typeface="Courier" pitchFamily="2" charset="0"/>
                </a:rPr>
                <a:t>”)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39275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ighlight>
                  <a:srgbClr val="C0C0C0"/>
                </a:highlight>
                <a:latin typeface="Courier" pitchFamily="2" charset="0"/>
              </a:rPr>
              <a:t>keysWithPrefix</a:t>
            </a:r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(s)</a:t>
            </a:r>
            <a:r>
              <a:rPr lang="en-US" dirty="0"/>
              <a:t>: example &amp;  pseudocode</a:t>
            </a:r>
          </a:p>
        </p:txBody>
      </p:sp>
      <p:grpSp>
        <p:nvGrpSpPr>
          <p:cNvPr id="53" name="Group 52" descr="example of keys-with-prefix search">
            <a:extLst>
              <a:ext uri="{FF2B5EF4-FFF2-40B4-BE49-F238E27FC236}">
                <a16:creationId xmlns:a16="http://schemas.microsoft.com/office/drawing/2014/main" id="{95073633-9093-4741-B987-FC91F548D22B}"/>
              </a:ext>
            </a:extLst>
          </p:cNvPr>
          <p:cNvGrpSpPr/>
          <p:nvPr/>
        </p:nvGrpSpPr>
        <p:grpSpPr>
          <a:xfrm>
            <a:off x="506432" y="2489958"/>
            <a:ext cx="3746851" cy="3672737"/>
            <a:chOff x="506432" y="2489958"/>
            <a:chExt cx="3746851" cy="3672737"/>
          </a:xfrm>
        </p:grpSpPr>
        <p:grpSp>
          <p:nvGrpSpPr>
            <p:cNvPr id="5" name="Group 4" descr="trie example">
              <a:extLst>
                <a:ext uri="{FF2B5EF4-FFF2-40B4-BE49-F238E27FC236}">
                  <a16:creationId xmlns:a16="http://schemas.microsoft.com/office/drawing/2014/main" id="{9B9B7303-6F9D-D246-A209-8346FEEFB76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6432" y="3654274"/>
              <a:ext cx="3746851" cy="2508421"/>
              <a:chOff x="5219548" y="2931535"/>
              <a:chExt cx="5909824" cy="3956476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A212B1B-F95E-3E43-AE41-3399775CE0AD}"/>
                  </a:ext>
                </a:extLst>
              </p:cNvPr>
              <p:cNvSpPr/>
              <p:nvPr/>
            </p:nvSpPr>
            <p:spPr>
              <a:xfrm>
                <a:off x="7706508" y="2931535"/>
                <a:ext cx="318654" cy="33250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A79FFF-E1EE-6B4A-B6C0-6874E6D91ADE}"/>
                  </a:ext>
                </a:extLst>
              </p:cNvPr>
              <p:cNvSpPr/>
              <p:nvPr/>
            </p:nvSpPr>
            <p:spPr>
              <a:xfrm>
                <a:off x="5227380" y="3559402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D914E2A-5256-2149-AA1C-D9190B23E3E9}"/>
                  </a:ext>
                </a:extLst>
              </p:cNvPr>
              <p:cNvSpPr/>
              <p:nvPr/>
            </p:nvSpPr>
            <p:spPr>
              <a:xfrm>
                <a:off x="7692654" y="3556670"/>
                <a:ext cx="318654" cy="33250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EDCDD54-E044-9E4D-8A8A-F5932C808695}"/>
                  </a:ext>
                </a:extLst>
              </p:cNvPr>
              <p:cNvSpPr/>
              <p:nvPr/>
            </p:nvSpPr>
            <p:spPr>
              <a:xfrm>
                <a:off x="10483127" y="3556669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33D5E10-36EB-5A4F-8455-B264E53B59DC}"/>
                  </a:ext>
                </a:extLst>
              </p:cNvPr>
              <p:cNvSpPr/>
              <p:nvPr/>
            </p:nvSpPr>
            <p:spPr>
              <a:xfrm>
                <a:off x="5219548" y="409417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C715879-4163-094B-BEDB-DA5C3F19EBF7}"/>
                  </a:ext>
                </a:extLst>
              </p:cNvPr>
              <p:cNvSpPr/>
              <p:nvPr/>
            </p:nvSpPr>
            <p:spPr>
              <a:xfrm>
                <a:off x="6631587" y="409417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202F6DF-69BF-424C-AABA-6928550CA664}"/>
                  </a:ext>
                </a:extLst>
              </p:cNvPr>
              <p:cNvSpPr/>
              <p:nvPr/>
            </p:nvSpPr>
            <p:spPr>
              <a:xfrm>
                <a:off x="8492282" y="4094176"/>
                <a:ext cx="318654" cy="332509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6849621-3E79-A84D-B623-3E579D308D0D}"/>
                  </a:ext>
                </a:extLst>
              </p:cNvPr>
              <p:cNvSpPr/>
              <p:nvPr/>
            </p:nvSpPr>
            <p:spPr>
              <a:xfrm>
                <a:off x="10499892" y="4098088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26B8FCE-6DC5-5944-87A8-6681271018D8}"/>
                  </a:ext>
                </a:extLst>
              </p:cNvPr>
              <p:cNvSpPr/>
              <p:nvPr/>
            </p:nvSpPr>
            <p:spPr>
              <a:xfrm>
                <a:off x="10497415" y="4758340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B8115D6-E15D-1942-BE51-913849D06B2F}"/>
                  </a:ext>
                </a:extLst>
              </p:cNvPr>
              <p:cNvSpPr/>
              <p:nvPr/>
            </p:nvSpPr>
            <p:spPr>
              <a:xfrm>
                <a:off x="6140960" y="472144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8C42192-9111-7641-BA4E-9F9B051215CA}"/>
                  </a:ext>
                </a:extLst>
              </p:cNvPr>
              <p:cNvSpPr/>
              <p:nvPr/>
            </p:nvSpPr>
            <p:spPr>
              <a:xfrm>
                <a:off x="7049948" y="472144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40A1AA3-05C7-8048-B083-E6523F07D115}"/>
                  </a:ext>
                </a:extLst>
              </p:cNvPr>
              <p:cNvSpPr/>
              <p:nvPr/>
            </p:nvSpPr>
            <p:spPr>
              <a:xfrm>
                <a:off x="7049948" y="5365567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40140D3-F518-1442-A95D-2548BABEE564}"/>
                  </a:ext>
                </a:extLst>
              </p:cNvPr>
              <p:cNvSpPr/>
              <p:nvPr/>
            </p:nvSpPr>
            <p:spPr>
              <a:xfrm>
                <a:off x="8221849" y="4721444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CF897E6-6D48-DF46-997E-526C33A5B4E0}"/>
                  </a:ext>
                </a:extLst>
              </p:cNvPr>
              <p:cNvSpPr/>
              <p:nvPr/>
            </p:nvSpPr>
            <p:spPr>
              <a:xfrm>
                <a:off x="9192807" y="4721444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92F6D92-90B8-A34F-A1E7-AC6A8C456C85}"/>
                  </a:ext>
                </a:extLst>
              </p:cNvPr>
              <p:cNvSpPr/>
              <p:nvPr/>
            </p:nvSpPr>
            <p:spPr>
              <a:xfrm>
                <a:off x="9192807" y="5350087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8E1D1EF-F015-EE43-9584-F6B92B02AA05}"/>
                  </a:ext>
                </a:extLst>
              </p:cNvPr>
              <p:cNvSpPr/>
              <p:nvPr/>
            </p:nvSpPr>
            <p:spPr>
              <a:xfrm>
                <a:off x="7049948" y="5961283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8F2C9AB-DE04-8F42-861F-DFB412E717D3}"/>
                  </a:ext>
                </a:extLst>
              </p:cNvPr>
              <p:cNvSpPr/>
              <p:nvPr/>
            </p:nvSpPr>
            <p:spPr>
              <a:xfrm>
                <a:off x="9192807" y="5921577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65502ED-76C7-8140-B9E8-C401F84F088E}"/>
                  </a:ext>
                </a:extLst>
              </p:cNvPr>
              <p:cNvSpPr/>
              <p:nvPr/>
            </p:nvSpPr>
            <p:spPr>
              <a:xfrm>
                <a:off x="8249248" y="5365566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04F5040-BD53-C547-8BBE-7695DF39B6B7}"/>
                  </a:ext>
                </a:extLst>
              </p:cNvPr>
              <p:cNvSpPr/>
              <p:nvPr/>
            </p:nvSpPr>
            <p:spPr>
              <a:xfrm>
                <a:off x="8249248" y="5961284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3AB582F-A488-934A-9DE7-37A6ED02F4E8}"/>
                  </a:ext>
                </a:extLst>
              </p:cNvPr>
              <p:cNvSpPr/>
              <p:nvPr/>
            </p:nvSpPr>
            <p:spPr>
              <a:xfrm>
                <a:off x="8251725" y="6527120"/>
                <a:ext cx="318654" cy="332509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A358D42-0486-8A4B-8BD2-A659F9125F0D}"/>
                  </a:ext>
                </a:extLst>
              </p:cNvPr>
              <p:cNvCxnSpPr>
                <a:stCxn id="6" idx="2"/>
                <a:endCxn id="7" idx="7"/>
              </p:cNvCxnSpPr>
              <p:nvPr/>
            </p:nvCxnSpPr>
            <p:spPr>
              <a:xfrm flipH="1">
                <a:off x="5499368" y="3097790"/>
                <a:ext cx="2207140" cy="51030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ADDA386-C43A-2F4B-A057-F80845E4EF17}"/>
                  </a:ext>
                </a:extLst>
              </p:cNvPr>
              <p:cNvCxnSpPr>
                <a:cxnSpLocks/>
                <a:stCxn id="6" idx="6"/>
                <a:endCxn id="9" idx="1"/>
              </p:cNvCxnSpPr>
              <p:nvPr/>
            </p:nvCxnSpPr>
            <p:spPr>
              <a:xfrm>
                <a:off x="8025162" y="3097790"/>
                <a:ext cx="2504631" cy="50757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16ACE19-7391-1041-AC31-43CB63580E26}"/>
                  </a:ext>
                </a:extLst>
              </p:cNvPr>
              <p:cNvCxnSpPr>
                <a:cxnSpLocks/>
                <a:stCxn id="6" idx="4"/>
                <a:endCxn id="8" idx="0"/>
              </p:cNvCxnSpPr>
              <p:nvPr/>
            </p:nvCxnSpPr>
            <p:spPr>
              <a:xfrm flipH="1">
                <a:off x="7851981" y="3264044"/>
                <a:ext cx="13854" cy="29262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C748CC6-8351-2044-A0E8-3297C997E9FE}"/>
                  </a:ext>
                </a:extLst>
              </p:cNvPr>
              <p:cNvCxnSpPr>
                <a:cxnSpLocks/>
                <a:stCxn id="7" idx="4"/>
                <a:endCxn id="10" idx="0"/>
              </p:cNvCxnSpPr>
              <p:nvPr/>
            </p:nvCxnSpPr>
            <p:spPr>
              <a:xfrm flipH="1">
                <a:off x="5378875" y="3891911"/>
                <a:ext cx="7832" cy="20226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B62B8AA-CD04-0748-982A-39D94639068C}"/>
                  </a:ext>
                </a:extLst>
              </p:cNvPr>
              <p:cNvCxnSpPr>
                <a:cxnSpLocks/>
                <a:stCxn id="9" idx="4"/>
                <a:endCxn id="13" idx="0"/>
              </p:cNvCxnSpPr>
              <p:nvPr/>
            </p:nvCxnSpPr>
            <p:spPr>
              <a:xfrm>
                <a:off x="10642454" y="3889178"/>
                <a:ext cx="16765" cy="20891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25B69B7-B114-064F-8CF4-508B3D0E9EF8}"/>
                  </a:ext>
                </a:extLst>
              </p:cNvPr>
              <p:cNvCxnSpPr>
                <a:cxnSpLocks/>
                <a:stCxn id="14" idx="0"/>
                <a:endCxn id="13" idx="4"/>
              </p:cNvCxnSpPr>
              <p:nvPr/>
            </p:nvCxnSpPr>
            <p:spPr>
              <a:xfrm flipV="1">
                <a:off x="10656742" y="4430597"/>
                <a:ext cx="2477" cy="32774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C8EA172-B8E1-9F46-B610-769A33DBE424}"/>
                  </a:ext>
                </a:extLst>
              </p:cNvPr>
              <p:cNvCxnSpPr>
                <a:cxnSpLocks/>
                <a:stCxn id="8" idx="2"/>
                <a:endCxn id="11" idx="0"/>
              </p:cNvCxnSpPr>
              <p:nvPr/>
            </p:nvCxnSpPr>
            <p:spPr>
              <a:xfrm flipH="1">
                <a:off x="6790914" y="3722925"/>
                <a:ext cx="901740" cy="37125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8C931F7-CA82-4D43-9A79-FEB327E31C78}"/>
                  </a:ext>
                </a:extLst>
              </p:cNvPr>
              <p:cNvCxnSpPr>
                <a:cxnSpLocks/>
                <a:stCxn id="8" idx="6"/>
                <a:endCxn id="12" idx="1"/>
              </p:cNvCxnSpPr>
              <p:nvPr/>
            </p:nvCxnSpPr>
            <p:spPr>
              <a:xfrm>
                <a:off x="8011308" y="3722925"/>
                <a:ext cx="527640" cy="41994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75C113E-7FE8-594A-B04D-4B511BFE75AC}"/>
                  </a:ext>
                </a:extLst>
              </p:cNvPr>
              <p:cNvCxnSpPr>
                <a:cxnSpLocks/>
                <a:stCxn id="11" idx="2"/>
                <a:endCxn id="15" idx="0"/>
              </p:cNvCxnSpPr>
              <p:nvPr/>
            </p:nvCxnSpPr>
            <p:spPr>
              <a:xfrm flipH="1">
                <a:off x="6300287" y="4260431"/>
                <a:ext cx="331300" cy="4610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1F37B17-B49A-D741-AF42-DE0F8E23A9B1}"/>
                  </a:ext>
                </a:extLst>
              </p:cNvPr>
              <p:cNvCxnSpPr>
                <a:cxnSpLocks/>
                <a:stCxn id="11" idx="6"/>
                <a:endCxn id="16" idx="0"/>
              </p:cNvCxnSpPr>
              <p:nvPr/>
            </p:nvCxnSpPr>
            <p:spPr>
              <a:xfrm>
                <a:off x="6950241" y="4260431"/>
                <a:ext cx="259034" cy="46101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5D53E44-9876-AB4D-8C2C-903D20B672CE}"/>
                  </a:ext>
                </a:extLst>
              </p:cNvPr>
              <p:cNvCxnSpPr>
                <a:cxnSpLocks/>
                <a:stCxn id="12" idx="3"/>
                <a:endCxn id="18" idx="0"/>
              </p:cNvCxnSpPr>
              <p:nvPr/>
            </p:nvCxnSpPr>
            <p:spPr>
              <a:xfrm flipH="1">
                <a:off x="8381176" y="4377990"/>
                <a:ext cx="157772" cy="34345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9703E7F-F151-D346-98DA-A409152866AE}"/>
                  </a:ext>
                </a:extLst>
              </p:cNvPr>
              <p:cNvCxnSpPr>
                <a:cxnSpLocks/>
                <a:stCxn id="12" idx="6"/>
                <a:endCxn id="19" idx="0"/>
              </p:cNvCxnSpPr>
              <p:nvPr/>
            </p:nvCxnSpPr>
            <p:spPr>
              <a:xfrm>
                <a:off x="8810936" y="4260431"/>
                <a:ext cx="541198" cy="46101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FCBFC65-94E4-EC49-9BB8-90C18A6D108E}"/>
                  </a:ext>
                </a:extLst>
              </p:cNvPr>
              <p:cNvCxnSpPr>
                <a:cxnSpLocks/>
                <a:stCxn id="16" idx="4"/>
                <a:endCxn id="17" idx="0"/>
              </p:cNvCxnSpPr>
              <p:nvPr/>
            </p:nvCxnSpPr>
            <p:spPr>
              <a:xfrm>
                <a:off x="7209275" y="5053955"/>
                <a:ext cx="0" cy="311612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10C5716-BB40-E748-8B62-193F6B2F3C32}"/>
                  </a:ext>
                </a:extLst>
              </p:cNvPr>
              <p:cNvCxnSpPr>
                <a:cxnSpLocks/>
                <a:stCxn id="18" idx="4"/>
                <a:endCxn id="23" idx="0"/>
              </p:cNvCxnSpPr>
              <p:nvPr/>
            </p:nvCxnSpPr>
            <p:spPr>
              <a:xfrm>
                <a:off x="8381176" y="5053953"/>
                <a:ext cx="27399" cy="31161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2B7245BC-9A29-4445-BBCF-320F6B89AC10}"/>
                  </a:ext>
                </a:extLst>
              </p:cNvPr>
              <p:cNvCxnSpPr>
                <a:cxnSpLocks/>
                <a:stCxn id="19" idx="4"/>
                <a:endCxn id="20" idx="0"/>
              </p:cNvCxnSpPr>
              <p:nvPr/>
            </p:nvCxnSpPr>
            <p:spPr>
              <a:xfrm>
                <a:off x="9352134" y="5053953"/>
                <a:ext cx="0" cy="296134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B63A605-AF5F-4847-863B-6571BA5B0EC2}"/>
                  </a:ext>
                </a:extLst>
              </p:cNvPr>
              <p:cNvCxnSpPr>
                <a:cxnSpLocks/>
                <a:stCxn id="17" idx="4"/>
                <a:endCxn id="21" idx="0"/>
              </p:cNvCxnSpPr>
              <p:nvPr/>
            </p:nvCxnSpPr>
            <p:spPr>
              <a:xfrm>
                <a:off x="7209275" y="5698076"/>
                <a:ext cx="0" cy="26320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1B3E773-71AC-3E48-9FDF-259977F7C6BB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8408575" y="5698075"/>
                <a:ext cx="0" cy="26320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E671724-DCCE-F04A-9B0C-996B2806AF9C}"/>
                  </a:ext>
                </a:extLst>
              </p:cNvPr>
              <p:cNvCxnSpPr>
                <a:cxnSpLocks/>
                <a:stCxn id="20" idx="4"/>
                <a:endCxn id="22" idx="0"/>
              </p:cNvCxnSpPr>
              <p:nvPr/>
            </p:nvCxnSpPr>
            <p:spPr>
              <a:xfrm>
                <a:off x="9352134" y="5682596"/>
                <a:ext cx="0" cy="238981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F892BBA-6030-1D42-90BB-24EA18003D36}"/>
                  </a:ext>
                </a:extLst>
              </p:cNvPr>
              <p:cNvCxnSpPr>
                <a:cxnSpLocks/>
                <a:stCxn id="24" idx="4"/>
                <a:endCxn id="25" idx="0"/>
              </p:cNvCxnSpPr>
              <p:nvPr/>
            </p:nvCxnSpPr>
            <p:spPr>
              <a:xfrm>
                <a:off x="8408575" y="6293793"/>
                <a:ext cx="2477" cy="23332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C2E608E-C40E-0F45-8B8D-3EFD9A29CA79}"/>
                  </a:ext>
                </a:extLst>
              </p:cNvPr>
              <p:cNvSpPr txBox="1"/>
              <p:nvPr/>
            </p:nvSpPr>
            <p:spPr>
              <a:xfrm>
                <a:off x="5529921" y="409406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4EAAE19-BB91-4043-A3CF-C512BD79CBB1}"/>
                  </a:ext>
                </a:extLst>
              </p:cNvPr>
              <p:cNvSpPr txBox="1"/>
              <p:nvPr/>
            </p:nvSpPr>
            <p:spPr>
              <a:xfrm>
                <a:off x="8567902" y="651867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550D803-7DA7-DE47-8DBC-2DF8287B7595}"/>
                  </a:ext>
                </a:extLst>
              </p:cNvPr>
              <p:cNvSpPr txBox="1"/>
              <p:nvPr/>
            </p:nvSpPr>
            <p:spPr>
              <a:xfrm>
                <a:off x="8533917" y="471242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C197C29-4123-CB4D-8C7E-6EED518FD290}"/>
                  </a:ext>
                </a:extLst>
              </p:cNvPr>
              <p:cNvSpPr txBox="1"/>
              <p:nvPr/>
            </p:nvSpPr>
            <p:spPr>
              <a:xfrm>
                <a:off x="7331687" y="5961283"/>
                <a:ext cx="343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951659D-7903-7649-8AB8-EF9ABA6F1538}"/>
                  </a:ext>
                </a:extLst>
              </p:cNvPr>
              <p:cNvSpPr txBox="1"/>
              <p:nvPr/>
            </p:nvSpPr>
            <p:spPr>
              <a:xfrm>
                <a:off x="6397106" y="4712420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A8077BF-22B2-DA4B-9860-C32203554712}"/>
                  </a:ext>
                </a:extLst>
              </p:cNvPr>
              <p:cNvSpPr txBox="1"/>
              <p:nvPr/>
            </p:nvSpPr>
            <p:spPr>
              <a:xfrm>
                <a:off x="9514335" y="590634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BF8ACAF-FDC9-7745-BA21-EE1EA9A8DB31}"/>
                  </a:ext>
                </a:extLst>
              </p:cNvPr>
              <p:cNvSpPr txBox="1"/>
              <p:nvPr/>
            </p:nvSpPr>
            <p:spPr>
              <a:xfrm>
                <a:off x="10816466" y="4723124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70C74FD-0F34-084E-A324-5E6793937764}"/>
                </a:ext>
              </a:extLst>
            </p:cNvPr>
            <p:cNvSpPr txBox="1"/>
            <p:nvPr/>
          </p:nvSpPr>
          <p:spPr>
            <a:xfrm>
              <a:off x="506432" y="2489958"/>
              <a:ext cx="2941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" pitchFamily="2" charset="0"/>
                </a:rPr>
                <a:t>keysWithPrefix</a:t>
              </a:r>
              <a:r>
                <a:rPr lang="en-US" dirty="0">
                  <a:latin typeface="Courier" pitchFamily="2" charset="0"/>
                </a:rPr>
                <a:t>(“</a:t>
              </a:r>
              <a:r>
                <a:rPr lang="en-US" dirty="0" err="1">
                  <a:latin typeface="Courier" pitchFamily="2" charset="0"/>
                </a:rPr>
                <a:t>sh</a:t>
              </a:r>
              <a:r>
                <a:rPr lang="en-US" dirty="0">
                  <a:latin typeface="Courier" pitchFamily="2" charset="0"/>
                </a:rPr>
                <a:t>”)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27715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ighlight>
                  <a:srgbClr val="C0C0C0"/>
                </a:highlight>
                <a:latin typeface="Courier" pitchFamily="2" charset="0"/>
              </a:rPr>
              <a:t>keysWithPrefix</a:t>
            </a:r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(s)</a:t>
            </a:r>
            <a:r>
              <a:rPr lang="en-US" dirty="0"/>
              <a:t>: example &amp;  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10FA4-4CEF-2D44-ADB5-DEDDA312F68D}"/>
              </a:ext>
            </a:extLst>
          </p:cNvPr>
          <p:cNvSpPr txBox="1"/>
          <p:nvPr/>
        </p:nvSpPr>
        <p:spPr>
          <a:xfrm>
            <a:off x="6277425" y="2364801"/>
            <a:ext cx="4381328" cy="181588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…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GB" sz="1600" dirty="0" err="1">
                <a:highlight>
                  <a:srgbClr val="C0C0C0"/>
                </a:highlight>
                <a:latin typeface="Courier" pitchFamily="2" charset="0"/>
              </a:rPr>
              <a:t>keysWithPrefix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(s):</a:t>
            </a:r>
          </a:p>
          <a:p>
            <a:r>
              <a:rPr lang="en-GB" sz="1600" dirty="0">
                <a:latin typeface="Courier" pitchFamily="2" charset="0"/>
              </a:rPr>
              <a:t>        queue = Queue()</a:t>
            </a:r>
          </a:p>
          <a:p>
            <a:r>
              <a:rPr lang="en-GB" sz="1600" dirty="0">
                <a:latin typeface="Courier" pitchFamily="2" charset="0"/>
              </a:rPr>
              <a:t>        x = __get(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, s, 0)</a:t>
            </a:r>
          </a:p>
          <a:p>
            <a:r>
              <a:rPr lang="en-GB" sz="1600" dirty="0">
                <a:latin typeface="Courier" pitchFamily="2" charset="0"/>
              </a:rPr>
              <a:t>        __collect(x, s, queue)</a:t>
            </a:r>
          </a:p>
          <a:p>
            <a:r>
              <a:rPr lang="en-GB" sz="1600" dirty="0">
                <a:latin typeface="Courier" pitchFamily="2" charset="0"/>
              </a:rPr>
              <a:t>        return queue</a:t>
            </a:r>
          </a:p>
          <a:p>
            <a:r>
              <a:rPr lang="en-GB" sz="1600" dirty="0">
                <a:latin typeface="Courier" pitchFamily="2" charset="0"/>
              </a:rPr>
              <a:t>…</a:t>
            </a:r>
          </a:p>
        </p:txBody>
      </p:sp>
      <p:grpSp>
        <p:nvGrpSpPr>
          <p:cNvPr id="55" name="Group 54" descr="example of keys-with-prefix search">
            <a:extLst>
              <a:ext uri="{FF2B5EF4-FFF2-40B4-BE49-F238E27FC236}">
                <a16:creationId xmlns:a16="http://schemas.microsoft.com/office/drawing/2014/main" id="{F7667752-7680-AD4B-AC0A-BAD2EB40EA77}"/>
              </a:ext>
            </a:extLst>
          </p:cNvPr>
          <p:cNvGrpSpPr/>
          <p:nvPr/>
        </p:nvGrpSpPr>
        <p:grpSpPr>
          <a:xfrm>
            <a:off x="506432" y="2489958"/>
            <a:ext cx="4702914" cy="3672737"/>
            <a:chOff x="506432" y="2489958"/>
            <a:chExt cx="4702914" cy="367273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5073633-9093-4741-B987-FC91F548D22B}"/>
                </a:ext>
              </a:extLst>
            </p:cNvPr>
            <p:cNvGrpSpPr/>
            <p:nvPr/>
          </p:nvGrpSpPr>
          <p:grpSpPr>
            <a:xfrm>
              <a:off x="506432" y="2489958"/>
              <a:ext cx="3746851" cy="3672737"/>
              <a:chOff x="506432" y="2489958"/>
              <a:chExt cx="3746851" cy="3672737"/>
            </a:xfrm>
          </p:grpSpPr>
          <p:grpSp>
            <p:nvGrpSpPr>
              <p:cNvPr id="5" name="Group 4" descr="trie example">
                <a:extLst>
                  <a:ext uri="{FF2B5EF4-FFF2-40B4-BE49-F238E27FC236}">
                    <a16:creationId xmlns:a16="http://schemas.microsoft.com/office/drawing/2014/main" id="{9B9B7303-6F9D-D246-A209-8346FEEFB76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06432" y="3654274"/>
                <a:ext cx="3746851" cy="2508421"/>
                <a:chOff x="5219548" y="2931535"/>
                <a:chExt cx="5909824" cy="3956476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4A212B1B-F95E-3E43-AE41-3399775CE0AD}"/>
                    </a:ext>
                  </a:extLst>
                </p:cNvPr>
                <p:cNvSpPr/>
                <p:nvPr/>
              </p:nvSpPr>
              <p:spPr>
                <a:xfrm>
                  <a:off x="7706508" y="2931535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DBA79FFF-E1EE-6B4A-B6C0-6874E6D91ADE}"/>
                    </a:ext>
                  </a:extLst>
                </p:cNvPr>
                <p:cNvSpPr/>
                <p:nvPr/>
              </p:nvSpPr>
              <p:spPr>
                <a:xfrm>
                  <a:off x="5227380" y="3559402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D914E2A-5256-2149-AA1C-D9190B23E3E9}"/>
                    </a:ext>
                  </a:extLst>
                </p:cNvPr>
                <p:cNvSpPr/>
                <p:nvPr/>
              </p:nvSpPr>
              <p:spPr>
                <a:xfrm>
                  <a:off x="7692654" y="3556670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EDCDD54-E044-9E4D-8A8A-F5932C808695}"/>
                    </a:ext>
                  </a:extLst>
                </p:cNvPr>
                <p:cNvSpPr/>
                <p:nvPr/>
              </p:nvSpPr>
              <p:spPr>
                <a:xfrm>
                  <a:off x="10483127" y="3556669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33D5E10-36EB-5A4F-8455-B264E53B59DC}"/>
                    </a:ext>
                  </a:extLst>
                </p:cNvPr>
                <p:cNvSpPr/>
                <p:nvPr/>
              </p:nvSpPr>
              <p:spPr>
                <a:xfrm>
                  <a:off x="5219548" y="409417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y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EC715879-4163-094B-BEDB-DA5C3F19EBF7}"/>
                    </a:ext>
                  </a:extLst>
                </p:cNvPr>
                <p:cNvSpPr/>
                <p:nvPr/>
              </p:nvSpPr>
              <p:spPr>
                <a:xfrm>
                  <a:off x="6631587" y="409417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C202F6DF-69BF-424C-AABA-6928550CA664}"/>
                    </a:ext>
                  </a:extLst>
                </p:cNvPr>
                <p:cNvSpPr/>
                <p:nvPr/>
              </p:nvSpPr>
              <p:spPr>
                <a:xfrm>
                  <a:off x="8492282" y="409417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06849621-3E79-A84D-B623-3E579D308D0D}"/>
                    </a:ext>
                  </a:extLst>
                </p:cNvPr>
                <p:cNvSpPr/>
                <p:nvPr/>
              </p:nvSpPr>
              <p:spPr>
                <a:xfrm>
                  <a:off x="10499892" y="4098088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26B8FCE-6DC5-5944-87A8-6681271018D8}"/>
                    </a:ext>
                  </a:extLst>
                </p:cNvPr>
                <p:cNvSpPr/>
                <p:nvPr/>
              </p:nvSpPr>
              <p:spPr>
                <a:xfrm>
                  <a:off x="10497415" y="4758340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B8115D6-E15D-1942-BE51-913849D06B2F}"/>
                    </a:ext>
                  </a:extLst>
                </p:cNvPr>
                <p:cNvSpPr/>
                <p:nvPr/>
              </p:nvSpPr>
              <p:spPr>
                <a:xfrm>
                  <a:off x="6140960" y="472144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A8C42192-9111-7641-BA4E-9F9B051215CA}"/>
                    </a:ext>
                  </a:extLst>
                </p:cNvPr>
                <p:cNvSpPr/>
                <p:nvPr/>
              </p:nvSpPr>
              <p:spPr>
                <a:xfrm>
                  <a:off x="7049948" y="472144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540A1AA3-05C7-8048-B083-E6523F07D115}"/>
                    </a:ext>
                  </a:extLst>
                </p:cNvPr>
                <p:cNvSpPr/>
                <p:nvPr/>
              </p:nvSpPr>
              <p:spPr>
                <a:xfrm>
                  <a:off x="7049948" y="5365567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540140D3-F518-1442-A95D-2548BABEE564}"/>
                    </a:ext>
                  </a:extLst>
                </p:cNvPr>
                <p:cNvSpPr/>
                <p:nvPr/>
              </p:nvSpPr>
              <p:spPr>
                <a:xfrm>
                  <a:off x="8221849" y="4721444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BCF897E6-6D48-DF46-997E-526C33A5B4E0}"/>
                    </a:ext>
                  </a:extLst>
                </p:cNvPr>
                <p:cNvSpPr/>
                <p:nvPr/>
              </p:nvSpPr>
              <p:spPr>
                <a:xfrm>
                  <a:off x="9192807" y="4721444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E92F6D92-90B8-A34F-A1E7-AC6A8C456C85}"/>
                    </a:ext>
                  </a:extLst>
                </p:cNvPr>
                <p:cNvSpPr/>
                <p:nvPr/>
              </p:nvSpPr>
              <p:spPr>
                <a:xfrm>
                  <a:off x="9192807" y="5350087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18E1D1EF-F015-EE43-9584-F6B92B02AA05}"/>
                    </a:ext>
                  </a:extLst>
                </p:cNvPr>
                <p:cNvSpPr/>
                <p:nvPr/>
              </p:nvSpPr>
              <p:spPr>
                <a:xfrm>
                  <a:off x="7049948" y="5961283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8F2C9AB-DE04-8F42-861F-DFB412E717D3}"/>
                    </a:ext>
                  </a:extLst>
                </p:cNvPr>
                <p:cNvSpPr/>
                <p:nvPr/>
              </p:nvSpPr>
              <p:spPr>
                <a:xfrm>
                  <a:off x="9192807" y="5921577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65502ED-76C7-8140-B9E8-C401F84F088E}"/>
                    </a:ext>
                  </a:extLst>
                </p:cNvPr>
                <p:cNvSpPr/>
                <p:nvPr/>
              </p:nvSpPr>
              <p:spPr>
                <a:xfrm>
                  <a:off x="8249248" y="536556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D04F5040-BD53-C547-8BBE-7695DF39B6B7}"/>
                    </a:ext>
                  </a:extLst>
                </p:cNvPr>
                <p:cNvSpPr/>
                <p:nvPr/>
              </p:nvSpPr>
              <p:spPr>
                <a:xfrm>
                  <a:off x="8249248" y="5961284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3AB582F-A488-934A-9DE7-37A6ED02F4E8}"/>
                    </a:ext>
                  </a:extLst>
                </p:cNvPr>
                <p:cNvSpPr/>
                <p:nvPr/>
              </p:nvSpPr>
              <p:spPr>
                <a:xfrm>
                  <a:off x="8251725" y="6527120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A358D42-0486-8A4B-8BD2-A659F9125F0D}"/>
                    </a:ext>
                  </a:extLst>
                </p:cNvPr>
                <p:cNvCxnSpPr>
                  <a:stCxn id="6" idx="2"/>
                  <a:endCxn id="7" idx="7"/>
                </p:cNvCxnSpPr>
                <p:nvPr/>
              </p:nvCxnSpPr>
              <p:spPr>
                <a:xfrm flipH="1">
                  <a:off x="5499368" y="3097790"/>
                  <a:ext cx="2207140" cy="51030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6ADDA386-C43A-2F4B-A057-F80845E4EF17}"/>
                    </a:ext>
                  </a:extLst>
                </p:cNvPr>
                <p:cNvCxnSpPr>
                  <a:cxnSpLocks/>
                  <a:stCxn id="6" idx="6"/>
                  <a:endCxn id="9" idx="1"/>
                </p:cNvCxnSpPr>
                <p:nvPr/>
              </p:nvCxnSpPr>
              <p:spPr>
                <a:xfrm>
                  <a:off x="8025162" y="3097790"/>
                  <a:ext cx="2504631" cy="50757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16ACE19-7391-1041-AC31-43CB63580E26}"/>
                    </a:ext>
                  </a:extLst>
                </p:cNvPr>
                <p:cNvCxnSpPr>
                  <a:cxnSpLocks/>
                  <a:stCxn id="6" idx="4"/>
                  <a:endCxn id="8" idx="0"/>
                </p:cNvCxnSpPr>
                <p:nvPr/>
              </p:nvCxnSpPr>
              <p:spPr>
                <a:xfrm flipH="1">
                  <a:off x="7851981" y="3264044"/>
                  <a:ext cx="13854" cy="29262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C748CC6-8351-2044-A0E8-3297C997E9FE}"/>
                    </a:ext>
                  </a:extLst>
                </p:cNvPr>
                <p:cNvCxnSpPr>
                  <a:cxnSpLocks/>
                  <a:stCxn id="7" idx="4"/>
                  <a:endCxn id="10" idx="0"/>
                </p:cNvCxnSpPr>
                <p:nvPr/>
              </p:nvCxnSpPr>
              <p:spPr>
                <a:xfrm flipH="1">
                  <a:off x="5378875" y="3891911"/>
                  <a:ext cx="7832" cy="20226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7B62B8AA-CD04-0748-982A-39D94639068C}"/>
                    </a:ext>
                  </a:extLst>
                </p:cNvPr>
                <p:cNvCxnSpPr>
                  <a:cxnSpLocks/>
                  <a:stCxn id="9" idx="4"/>
                  <a:endCxn id="13" idx="0"/>
                </p:cNvCxnSpPr>
                <p:nvPr/>
              </p:nvCxnSpPr>
              <p:spPr>
                <a:xfrm>
                  <a:off x="10642454" y="3889178"/>
                  <a:ext cx="16765" cy="20891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E25B69B7-B114-064F-8CF4-508B3D0E9EF8}"/>
                    </a:ext>
                  </a:extLst>
                </p:cNvPr>
                <p:cNvCxnSpPr>
                  <a:cxnSpLocks/>
                  <a:stCxn id="14" idx="0"/>
                  <a:endCxn id="13" idx="4"/>
                </p:cNvCxnSpPr>
                <p:nvPr/>
              </p:nvCxnSpPr>
              <p:spPr>
                <a:xfrm flipV="1">
                  <a:off x="10656742" y="4430597"/>
                  <a:ext cx="2477" cy="32774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1C8EA172-B8E1-9F46-B610-769A33DBE424}"/>
                    </a:ext>
                  </a:extLst>
                </p:cNvPr>
                <p:cNvCxnSpPr>
                  <a:cxnSpLocks/>
                  <a:stCxn id="8" idx="2"/>
                  <a:endCxn id="11" idx="0"/>
                </p:cNvCxnSpPr>
                <p:nvPr/>
              </p:nvCxnSpPr>
              <p:spPr>
                <a:xfrm flipH="1">
                  <a:off x="6790914" y="3722925"/>
                  <a:ext cx="901740" cy="371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58C931F7-CA82-4D43-9A79-FEB327E31C78}"/>
                    </a:ext>
                  </a:extLst>
                </p:cNvPr>
                <p:cNvCxnSpPr>
                  <a:cxnSpLocks/>
                  <a:stCxn id="8" idx="6"/>
                  <a:endCxn id="12" idx="1"/>
                </p:cNvCxnSpPr>
                <p:nvPr/>
              </p:nvCxnSpPr>
              <p:spPr>
                <a:xfrm>
                  <a:off x="8011308" y="3722925"/>
                  <a:ext cx="527640" cy="41994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75C113E-7FE8-594A-B04D-4B511BFE75AC}"/>
                    </a:ext>
                  </a:extLst>
                </p:cNvPr>
                <p:cNvCxnSpPr>
                  <a:cxnSpLocks/>
                  <a:stCxn id="11" idx="2"/>
                  <a:endCxn id="15" idx="0"/>
                </p:cNvCxnSpPr>
                <p:nvPr/>
              </p:nvCxnSpPr>
              <p:spPr>
                <a:xfrm flipH="1">
                  <a:off x="6300287" y="4260431"/>
                  <a:ext cx="331300" cy="46101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1F37B17-B49A-D741-AF42-DE0F8E23A9B1}"/>
                    </a:ext>
                  </a:extLst>
                </p:cNvPr>
                <p:cNvCxnSpPr>
                  <a:cxnSpLocks/>
                  <a:stCxn id="11" idx="6"/>
                  <a:endCxn id="16" idx="0"/>
                </p:cNvCxnSpPr>
                <p:nvPr/>
              </p:nvCxnSpPr>
              <p:spPr>
                <a:xfrm>
                  <a:off x="6950241" y="4260431"/>
                  <a:ext cx="259034" cy="46101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5D53E44-9876-AB4D-8C2C-903D20B672CE}"/>
                    </a:ext>
                  </a:extLst>
                </p:cNvPr>
                <p:cNvCxnSpPr>
                  <a:cxnSpLocks/>
                  <a:stCxn id="12" idx="3"/>
                  <a:endCxn id="18" idx="0"/>
                </p:cNvCxnSpPr>
                <p:nvPr/>
              </p:nvCxnSpPr>
              <p:spPr>
                <a:xfrm flipH="1">
                  <a:off x="8381176" y="4377990"/>
                  <a:ext cx="157772" cy="343454"/>
                </a:xfrm>
                <a:prstGeom prst="line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A9703E7F-F151-D346-98DA-A409152866AE}"/>
                    </a:ext>
                  </a:extLst>
                </p:cNvPr>
                <p:cNvCxnSpPr>
                  <a:cxnSpLocks/>
                  <a:stCxn id="12" idx="6"/>
                  <a:endCxn id="19" idx="0"/>
                </p:cNvCxnSpPr>
                <p:nvPr/>
              </p:nvCxnSpPr>
              <p:spPr>
                <a:xfrm>
                  <a:off x="8810936" y="4260431"/>
                  <a:ext cx="541198" cy="461013"/>
                </a:xfrm>
                <a:prstGeom prst="line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FCBFC65-94E4-EC49-9BB8-90C18A6D108E}"/>
                    </a:ext>
                  </a:extLst>
                </p:cNvPr>
                <p:cNvCxnSpPr>
                  <a:cxnSpLocks/>
                  <a:stCxn id="16" idx="4"/>
                  <a:endCxn id="17" idx="0"/>
                </p:cNvCxnSpPr>
                <p:nvPr/>
              </p:nvCxnSpPr>
              <p:spPr>
                <a:xfrm>
                  <a:off x="7209275" y="5053955"/>
                  <a:ext cx="0" cy="31161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010C5716-BB40-E748-8B62-193F6B2F3C32}"/>
                    </a:ext>
                  </a:extLst>
                </p:cNvPr>
                <p:cNvCxnSpPr>
                  <a:cxnSpLocks/>
                  <a:stCxn id="18" idx="4"/>
                  <a:endCxn id="23" idx="0"/>
                </p:cNvCxnSpPr>
                <p:nvPr/>
              </p:nvCxnSpPr>
              <p:spPr>
                <a:xfrm>
                  <a:off x="8381176" y="5053953"/>
                  <a:ext cx="27399" cy="311613"/>
                </a:xfrm>
                <a:prstGeom prst="line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2B7245BC-9A29-4445-BBCF-320F6B89AC10}"/>
                    </a:ext>
                  </a:extLst>
                </p:cNvPr>
                <p:cNvCxnSpPr>
                  <a:cxnSpLocks/>
                  <a:stCxn id="19" idx="4"/>
                  <a:endCxn id="20" idx="0"/>
                </p:cNvCxnSpPr>
                <p:nvPr/>
              </p:nvCxnSpPr>
              <p:spPr>
                <a:xfrm>
                  <a:off x="9352134" y="5053953"/>
                  <a:ext cx="0" cy="296134"/>
                </a:xfrm>
                <a:prstGeom prst="line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BB63A605-AF5F-4847-863B-6571BA5B0EC2}"/>
                    </a:ext>
                  </a:extLst>
                </p:cNvPr>
                <p:cNvCxnSpPr>
                  <a:cxnSpLocks/>
                  <a:stCxn id="17" idx="4"/>
                  <a:endCxn id="21" idx="0"/>
                </p:cNvCxnSpPr>
                <p:nvPr/>
              </p:nvCxnSpPr>
              <p:spPr>
                <a:xfrm>
                  <a:off x="7209275" y="5698076"/>
                  <a:ext cx="0" cy="26320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61B3E773-71AC-3E48-9FDF-259977F7C6BB}"/>
                    </a:ext>
                  </a:extLst>
                </p:cNvPr>
                <p:cNvCxnSpPr>
                  <a:cxnSpLocks/>
                  <a:stCxn id="23" idx="4"/>
                  <a:endCxn id="24" idx="0"/>
                </p:cNvCxnSpPr>
                <p:nvPr/>
              </p:nvCxnSpPr>
              <p:spPr>
                <a:xfrm>
                  <a:off x="8408575" y="5698075"/>
                  <a:ext cx="0" cy="263209"/>
                </a:xfrm>
                <a:prstGeom prst="line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BE671724-DCCE-F04A-9B0C-996B2806AF9C}"/>
                    </a:ext>
                  </a:extLst>
                </p:cNvPr>
                <p:cNvCxnSpPr>
                  <a:cxnSpLocks/>
                  <a:stCxn id="20" idx="4"/>
                  <a:endCxn id="22" idx="0"/>
                </p:cNvCxnSpPr>
                <p:nvPr/>
              </p:nvCxnSpPr>
              <p:spPr>
                <a:xfrm>
                  <a:off x="9352134" y="5682596"/>
                  <a:ext cx="0" cy="238981"/>
                </a:xfrm>
                <a:prstGeom prst="line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3F892BBA-6030-1D42-90BB-24EA18003D36}"/>
                    </a:ext>
                  </a:extLst>
                </p:cNvPr>
                <p:cNvCxnSpPr>
                  <a:cxnSpLocks/>
                  <a:stCxn id="24" idx="4"/>
                  <a:endCxn id="25" idx="0"/>
                </p:cNvCxnSpPr>
                <p:nvPr/>
              </p:nvCxnSpPr>
              <p:spPr>
                <a:xfrm>
                  <a:off x="8408575" y="6293793"/>
                  <a:ext cx="2477" cy="233327"/>
                </a:xfrm>
                <a:prstGeom prst="line">
                  <a:avLst/>
                </a:prstGeom>
                <a:ln w="28575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C2E608E-C40E-0F45-8B8D-3EFD9A29CA79}"/>
                    </a:ext>
                  </a:extLst>
                </p:cNvPr>
                <p:cNvSpPr txBox="1"/>
                <p:nvPr/>
              </p:nvSpPr>
              <p:spPr>
                <a:xfrm>
                  <a:off x="5529921" y="4094069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4EAAE19-BB91-4043-A3CF-C512BD79CBB1}"/>
                    </a:ext>
                  </a:extLst>
                </p:cNvPr>
                <p:cNvSpPr txBox="1"/>
                <p:nvPr/>
              </p:nvSpPr>
              <p:spPr>
                <a:xfrm>
                  <a:off x="8567902" y="6518679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550D803-7DA7-DE47-8DBC-2DF8287B7595}"/>
                    </a:ext>
                  </a:extLst>
                </p:cNvPr>
                <p:cNvSpPr txBox="1"/>
                <p:nvPr/>
              </p:nvSpPr>
              <p:spPr>
                <a:xfrm>
                  <a:off x="8533917" y="4712420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C197C29-4123-CB4D-8C7E-6EED518FD290}"/>
                    </a:ext>
                  </a:extLst>
                </p:cNvPr>
                <p:cNvSpPr txBox="1"/>
                <p:nvPr/>
              </p:nvSpPr>
              <p:spPr>
                <a:xfrm>
                  <a:off x="7331687" y="5961283"/>
                  <a:ext cx="3434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951659D-7903-7649-8AB8-EF9ABA6F1538}"/>
                    </a:ext>
                  </a:extLst>
                </p:cNvPr>
                <p:cNvSpPr txBox="1"/>
                <p:nvPr/>
              </p:nvSpPr>
              <p:spPr>
                <a:xfrm>
                  <a:off x="6397106" y="4712420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A8077BF-22B2-DA4B-9860-C32203554712}"/>
                    </a:ext>
                  </a:extLst>
                </p:cNvPr>
                <p:cNvSpPr txBox="1"/>
                <p:nvPr/>
              </p:nvSpPr>
              <p:spPr>
                <a:xfrm>
                  <a:off x="9514335" y="5906348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BF8ACAF-FDC9-7745-BA21-EE1EA9A8DB31}"/>
                    </a:ext>
                  </a:extLst>
                </p:cNvPr>
                <p:cNvSpPr txBox="1"/>
                <p:nvPr/>
              </p:nvSpPr>
              <p:spPr>
                <a:xfrm>
                  <a:off x="10816466" y="4723124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70C74FD-0F34-084E-A324-5E6793937764}"/>
                  </a:ext>
                </a:extLst>
              </p:cNvPr>
              <p:cNvSpPr txBox="1"/>
              <p:nvPr/>
            </p:nvSpPr>
            <p:spPr>
              <a:xfrm>
                <a:off x="506432" y="2489958"/>
                <a:ext cx="29418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urier" pitchFamily="2" charset="0"/>
                  </a:rPr>
                  <a:t>keysWithPrefix</a:t>
                </a:r>
                <a:r>
                  <a:rPr lang="en-US" dirty="0">
                    <a:latin typeface="Courier" pitchFamily="2" charset="0"/>
                  </a:rPr>
                  <a:t>(“</a:t>
                </a:r>
                <a:r>
                  <a:rPr lang="en-US" dirty="0" err="1">
                    <a:latin typeface="Courier" pitchFamily="2" charset="0"/>
                  </a:rPr>
                  <a:t>sh</a:t>
                </a:r>
                <a:r>
                  <a:rPr lang="en-US" dirty="0">
                    <a:latin typeface="Courier" pitchFamily="2" charset="0"/>
                  </a:rPr>
                  <a:t>”)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3FFC0EC-0FFE-1844-976D-A2FF62CF3CCB}"/>
                </a:ext>
              </a:extLst>
            </p:cNvPr>
            <p:cNvSpPr txBox="1"/>
            <p:nvPr/>
          </p:nvSpPr>
          <p:spPr>
            <a:xfrm>
              <a:off x="1352200" y="2867776"/>
              <a:ext cx="3857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  <a:sym typeface="Wingdings" pitchFamily="2" charset="2"/>
                </a:rPr>
                <a:t> “she”, “shells”, “shore”</a:t>
              </a:r>
              <a:endParaRPr lang="en-US" dirty="0">
                <a:latin typeface="Courie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201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ighlight>
                  <a:srgbClr val="C0C0C0"/>
                </a:highlight>
                <a:latin typeface="Courier" pitchFamily="2" charset="0"/>
              </a:rPr>
              <a:t>longestPrefixOf</a:t>
            </a:r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(s)</a:t>
            </a:r>
            <a:r>
              <a:rPr lang="en-US" dirty="0">
                <a:highlight>
                  <a:srgbClr val="C0C0C0"/>
                </a:highlight>
              </a:rPr>
              <a:t>:</a:t>
            </a:r>
            <a:r>
              <a:rPr lang="en-US" dirty="0"/>
              <a:t> find the longest key in the symbol table that is prefix of </a:t>
            </a:r>
            <a:r>
              <a:rPr lang="en-US" dirty="0">
                <a:latin typeface="Courier" pitchFamily="2" charset="0"/>
              </a:rPr>
              <a:t>s</a:t>
            </a:r>
          </a:p>
          <a:p>
            <a:r>
              <a:rPr lang="en-US" dirty="0">
                <a:highlight>
                  <a:srgbClr val="C0C0C0"/>
                </a:highlight>
              </a:rPr>
              <a:t>How-to:</a:t>
            </a:r>
          </a:p>
          <a:p>
            <a:pPr lvl="1"/>
            <a:r>
              <a:rPr lang="en-US" dirty="0"/>
              <a:t>Search for query string </a:t>
            </a:r>
            <a:r>
              <a:rPr lang="en-US" dirty="0">
                <a:latin typeface="Courier" pitchFamily="2" charset="0"/>
              </a:rPr>
              <a:t>s</a:t>
            </a:r>
            <a:endParaRPr lang="en-US" dirty="0"/>
          </a:p>
          <a:p>
            <a:pPr lvl="1"/>
            <a:r>
              <a:rPr lang="en-US" dirty="0"/>
              <a:t>Keep track of longest key encountered</a:t>
            </a:r>
          </a:p>
        </p:txBody>
      </p:sp>
    </p:spTree>
    <p:extLst>
      <p:ext uri="{BB962C8B-B14F-4D97-AF65-F5344CB8AC3E}">
        <p14:creationId xmlns:p14="http://schemas.microsoft.com/office/powerpoint/2010/main" val="62121321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ighlight>
                  <a:srgbClr val="C0C0C0"/>
                </a:highlight>
                <a:latin typeface="Courier" pitchFamily="2" charset="0"/>
              </a:rPr>
              <a:t>longestPrefixOf</a:t>
            </a:r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(s)</a:t>
            </a:r>
            <a:r>
              <a:rPr lang="en-US" dirty="0">
                <a:highlight>
                  <a:srgbClr val="C0C0C0"/>
                </a:highlight>
              </a:rPr>
              <a:t>:</a:t>
            </a:r>
            <a:r>
              <a:rPr lang="en-US" dirty="0"/>
              <a:t> examples</a:t>
            </a:r>
          </a:p>
        </p:txBody>
      </p:sp>
      <p:grpSp>
        <p:nvGrpSpPr>
          <p:cNvPr id="161" name="Group 160" descr="example of longet-prefix search with query string matched by key">
            <a:extLst>
              <a:ext uri="{FF2B5EF4-FFF2-40B4-BE49-F238E27FC236}">
                <a16:creationId xmlns:a16="http://schemas.microsoft.com/office/drawing/2014/main" id="{851C58D2-CF2A-4E46-A486-15879314F3CF}"/>
              </a:ext>
            </a:extLst>
          </p:cNvPr>
          <p:cNvGrpSpPr/>
          <p:nvPr/>
        </p:nvGrpSpPr>
        <p:grpSpPr>
          <a:xfrm>
            <a:off x="162977" y="2370985"/>
            <a:ext cx="3372166" cy="4083795"/>
            <a:chOff x="162977" y="2370985"/>
            <a:chExt cx="3372166" cy="4083795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AD4E2D83-D3E7-344B-B9BB-0A90F41BD318}"/>
                </a:ext>
              </a:extLst>
            </p:cNvPr>
            <p:cNvGrpSpPr/>
            <p:nvPr/>
          </p:nvGrpSpPr>
          <p:grpSpPr>
            <a:xfrm>
              <a:off x="162977" y="2370985"/>
              <a:ext cx="3372166" cy="2899919"/>
              <a:chOff x="162977" y="2490905"/>
              <a:chExt cx="3372166" cy="2899919"/>
            </a:xfrm>
          </p:grpSpPr>
          <p:grpSp>
            <p:nvGrpSpPr>
              <p:cNvPr id="5" name="Group 4" descr="trie example">
                <a:extLst>
                  <a:ext uri="{FF2B5EF4-FFF2-40B4-BE49-F238E27FC236}">
                    <a16:creationId xmlns:a16="http://schemas.microsoft.com/office/drawing/2014/main" id="{49131249-E423-4246-8F5D-0396A5D299C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62977" y="3133245"/>
                <a:ext cx="3372166" cy="2257579"/>
                <a:chOff x="5219548" y="2931535"/>
                <a:chExt cx="5909824" cy="3956476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7CAFA095-EC08-C244-9B99-0EB0E53A76FE}"/>
                    </a:ext>
                  </a:extLst>
                </p:cNvPr>
                <p:cNvSpPr/>
                <p:nvPr/>
              </p:nvSpPr>
              <p:spPr>
                <a:xfrm>
                  <a:off x="7706508" y="2931535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E2D48CC-2496-4B4C-8E2B-7DE32F605883}"/>
                    </a:ext>
                  </a:extLst>
                </p:cNvPr>
                <p:cNvSpPr/>
                <p:nvPr/>
              </p:nvSpPr>
              <p:spPr>
                <a:xfrm>
                  <a:off x="5227380" y="3559402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129C8513-84A2-1F4F-B82B-74B1C9CF966E}"/>
                    </a:ext>
                  </a:extLst>
                </p:cNvPr>
                <p:cNvSpPr/>
                <p:nvPr/>
              </p:nvSpPr>
              <p:spPr>
                <a:xfrm>
                  <a:off x="7692654" y="3556670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E780CFEB-6608-BD46-9C2C-73E68540ACD9}"/>
                    </a:ext>
                  </a:extLst>
                </p:cNvPr>
                <p:cNvSpPr/>
                <p:nvPr/>
              </p:nvSpPr>
              <p:spPr>
                <a:xfrm>
                  <a:off x="10483127" y="3556669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77538B8-0E3E-004E-9AFB-AEE044570E66}"/>
                    </a:ext>
                  </a:extLst>
                </p:cNvPr>
                <p:cNvSpPr/>
                <p:nvPr/>
              </p:nvSpPr>
              <p:spPr>
                <a:xfrm>
                  <a:off x="5219548" y="409417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y</a:t>
                  </a: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C3C6E3BD-1545-E14E-8880-C93B9083B451}"/>
                    </a:ext>
                  </a:extLst>
                </p:cNvPr>
                <p:cNvSpPr/>
                <p:nvPr/>
              </p:nvSpPr>
              <p:spPr>
                <a:xfrm>
                  <a:off x="6631587" y="409417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958C3764-B8ED-AC40-BE34-F50F02AA8540}"/>
                    </a:ext>
                  </a:extLst>
                </p:cNvPr>
                <p:cNvSpPr/>
                <p:nvPr/>
              </p:nvSpPr>
              <p:spPr>
                <a:xfrm>
                  <a:off x="8492282" y="4094176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47E675F7-D5AB-6646-93AD-09C502D65BDA}"/>
                    </a:ext>
                  </a:extLst>
                </p:cNvPr>
                <p:cNvSpPr/>
                <p:nvPr/>
              </p:nvSpPr>
              <p:spPr>
                <a:xfrm>
                  <a:off x="10499892" y="4098088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207DC94E-AC1C-D441-8E30-5F585AE2CC74}"/>
                    </a:ext>
                  </a:extLst>
                </p:cNvPr>
                <p:cNvSpPr/>
                <p:nvPr/>
              </p:nvSpPr>
              <p:spPr>
                <a:xfrm>
                  <a:off x="10497415" y="4758340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744081B5-3B56-5C42-B51C-3197E5A2FDE8}"/>
                    </a:ext>
                  </a:extLst>
                </p:cNvPr>
                <p:cNvSpPr/>
                <p:nvPr/>
              </p:nvSpPr>
              <p:spPr>
                <a:xfrm>
                  <a:off x="6140960" y="472144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8FAC94D6-F1D4-3D4E-8EC5-44F45C357820}"/>
                    </a:ext>
                  </a:extLst>
                </p:cNvPr>
                <p:cNvSpPr/>
                <p:nvPr/>
              </p:nvSpPr>
              <p:spPr>
                <a:xfrm>
                  <a:off x="7049948" y="472144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14534C5B-225B-C444-8D45-D01632136296}"/>
                    </a:ext>
                  </a:extLst>
                </p:cNvPr>
                <p:cNvSpPr/>
                <p:nvPr/>
              </p:nvSpPr>
              <p:spPr>
                <a:xfrm>
                  <a:off x="7049948" y="5365567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1E0B0703-4EF9-1A48-88AB-EFEAEAEC37C4}"/>
                    </a:ext>
                  </a:extLst>
                </p:cNvPr>
                <p:cNvSpPr/>
                <p:nvPr/>
              </p:nvSpPr>
              <p:spPr>
                <a:xfrm>
                  <a:off x="8221849" y="4721444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F071471C-EEFB-884B-A754-DDCD29CBECE9}"/>
                    </a:ext>
                  </a:extLst>
                </p:cNvPr>
                <p:cNvSpPr/>
                <p:nvPr/>
              </p:nvSpPr>
              <p:spPr>
                <a:xfrm>
                  <a:off x="9192807" y="4721444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81F6D81D-1BB6-3741-970D-616FB2E7BC8C}"/>
                    </a:ext>
                  </a:extLst>
                </p:cNvPr>
                <p:cNvSpPr/>
                <p:nvPr/>
              </p:nvSpPr>
              <p:spPr>
                <a:xfrm>
                  <a:off x="9192807" y="5350087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B01229CD-72DB-A542-AF72-6C6BF23592F1}"/>
                    </a:ext>
                  </a:extLst>
                </p:cNvPr>
                <p:cNvSpPr/>
                <p:nvPr/>
              </p:nvSpPr>
              <p:spPr>
                <a:xfrm>
                  <a:off x="7049948" y="5961283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D5656D83-FE56-1E4F-B50B-CB750550A2B7}"/>
                    </a:ext>
                  </a:extLst>
                </p:cNvPr>
                <p:cNvSpPr/>
                <p:nvPr/>
              </p:nvSpPr>
              <p:spPr>
                <a:xfrm>
                  <a:off x="9192807" y="5921577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3501926-E8A2-4842-AB7C-FC0FD5499C45}"/>
                    </a:ext>
                  </a:extLst>
                </p:cNvPr>
                <p:cNvSpPr/>
                <p:nvPr/>
              </p:nvSpPr>
              <p:spPr>
                <a:xfrm>
                  <a:off x="8249248" y="536556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4B93B53-9D25-9947-96AB-2F87CC591602}"/>
                    </a:ext>
                  </a:extLst>
                </p:cNvPr>
                <p:cNvSpPr/>
                <p:nvPr/>
              </p:nvSpPr>
              <p:spPr>
                <a:xfrm>
                  <a:off x="8249248" y="5961284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3AB4DDC-AF8C-E746-8039-2AC503322D0C}"/>
                    </a:ext>
                  </a:extLst>
                </p:cNvPr>
                <p:cNvSpPr/>
                <p:nvPr/>
              </p:nvSpPr>
              <p:spPr>
                <a:xfrm>
                  <a:off x="8251725" y="6527120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6CC65D5-E519-174F-B005-ED5ECB226A93}"/>
                    </a:ext>
                  </a:extLst>
                </p:cNvPr>
                <p:cNvCxnSpPr>
                  <a:stCxn id="7" idx="2"/>
                  <a:endCxn id="8" idx="7"/>
                </p:cNvCxnSpPr>
                <p:nvPr/>
              </p:nvCxnSpPr>
              <p:spPr>
                <a:xfrm flipH="1">
                  <a:off x="5499368" y="3097790"/>
                  <a:ext cx="2207140" cy="51030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1D8E9DB-151E-ED4C-B0C2-24E9470C9564}"/>
                    </a:ext>
                  </a:extLst>
                </p:cNvPr>
                <p:cNvCxnSpPr>
                  <a:cxnSpLocks/>
                  <a:stCxn id="7" idx="6"/>
                  <a:endCxn id="10" idx="1"/>
                </p:cNvCxnSpPr>
                <p:nvPr/>
              </p:nvCxnSpPr>
              <p:spPr>
                <a:xfrm>
                  <a:off x="8025162" y="3097790"/>
                  <a:ext cx="2504631" cy="50757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CEC1FF06-5C0A-E345-85F3-6FF66ABC8BC4}"/>
                    </a:ext>
                  </a:extLst>
                </p:cNvPr>
                <p:cNvCxnSpPr>
                  <a:cxnSpLocks/>
                  <a:stCxn id="7" idx="4"/>
                  <a:endCxn id="9" idx="0"/>
                </p:cNvCxnSpPr>
                <p:nvPr/>
              </p:nvCxnSpPr>
              <p:spPr>
                <a:xfrm flipH="1">
                  <a:off x="7851981" y="3264044"/>
                  <a:ext cx="13854" cy="29262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4963E9F3-7720-D642-B820-17246C85E986}"/>
                    </a:ext>
                  </a:extLst>
                </p:cNvPr>
                <p:cNvCxnSpPr>
                  <a:cxnSpLocks/>
                  <a:stCxn id="8" idx="4"/>
                  <a:endCxn id="11" idx="0"/>
                </p:cNvCxnSpPr>
                <p:nvPr/>
              </p:nvCxnSpPr>
              <p:spPr>
                <a:xfrm flipH="1">
                  <a:off x="5378875" y="3891911"/>
                  <a:ext cx="7832" cy="20226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9341F347-9CD9-D148-89CB-189D4145F661}"/>
                    </a:ext>
                  </a:extLst>
                </p:cNvPr>
                <p:cNvCxnSpPr>
                  <a:cxnSpLocks/>
                  <a:stCxn id="10" idx="4"/>
                  <a:endCxn id="14" idx="0"/>
                </p:cNvCxnSpPr>
                <p:nvPr/>
              </p:nvCxnSpPr>
              <p:spPr>
                <a:xfrm>
                  <a:off x="10642454" y="3889178"/>
                  <a:ext cx="16765" cy="20891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EB0DB496-4810-5447-A378-E8544B0C3568}"/>
                    </a:ext>
                  </a:extLst>
                </p:cNvPr>
                <p:cNvCxnSpPr>
                  <a:cxnSpLocks/>
                  <a:stCxn id="15" idx="0"/>
                  <a:endCxn id="14" idx="4"/>
                </p:cNvCxnSpPr>
                <p:nvPr/>
              </p:nvCxnSpPr>
              <p:spPr>
                <a:xfrm flipV="1">
                  <a:off x="10656742" y="4430597"/>
                  <a:ext cx="2477" cy="32774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1FC40B4D-D176-D84F-807C-B9ADD18DB406}"/>
                    </a:ext>
                  </a:extLst>
                </p:cNvPr>
                <p:cNvCxnSpPr>
                  <a:cxnSpLocks/>
                  <a:stCxn id="9" idx="2"/>
                  <a:endCxn id="12" idx="0"/>
                </p:cNvCxnSpPr>
                <p:nvPr/>
              </p:nvCxnSpPr>
              <p:spPr>
                <a:xfrm flipH="1">
                  <a:off x="6790914" y="3722925"/>
                  <a:ext cx="901740" cy="371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C6759E2B-F26B-1A4E-B923-4330CCB8D622}"/>
                    </a:ext>
                  </a:extLst>
                </p:cNvPr>
                <p:cNvCxnSpPr>
                  <a:cxnSpLocks/>
                  <a:stCxn id="9" idx="6"/>
                  <a:endCxn id="13" idx="1"/>
                </p:cNvCxnSpPr>
                <p:nvPr/>
              </p:nvCxnSpPr>
              <p:spPr>
                <a:xfrm>
                  <a:off x="8011308" y="3722925"/>
                  <a:ext cx="527640" cy="41994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3979039-6E8C-3145-9904-306E11232251}"/>
                    </a:ext>
                  </a:extLst>
                </p:cNvPr>
                <p:cNvCxnSpPr>
                  <a:cxnSpLocks/>
                  <a:stCxn id="12" idx="2"/>
                  <a:endCxn id="16" idx="0"/>
                </p:cNvCxnSpPr>
                <p:nvPr/>
              </p:nvCxnSpPr>
              <p:spPr>
                <a:xfrm flipH="1">
                  <a:off x="6300287" y="4260431"/>
                  <a:ext cx="331300" cy="46101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633C9735-426C-A440-8454-5A3A02F87007}"/>
                    </a:ext>
                  </a:extLst>
                </p:cNvPr>
                <p:cNvCxnSpPr>
                  <a:cxnSpLocks/>
                  <a:stCxn id="12" idx="6"/>
                  <a:endCxn id="17" idx="0"/>
                </p:cNvCxnSpPr>
                <p:nvPr/>
              </p:nvCxnSpPr>
              <p:spPr>
                <a:xfrm>
                  <a:off x="6950241" y="4260431"/>
                  <a:ext cx="259034" cy="46101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61B7916-9E4C-B84E-99E5-56D64D2E26D8}"/>
                    </a:ext>
                  </a:extLst>
                </p:cNvPr>
                <p:cNvCxnSpPr>
                  <a:cxnSpLocks/>
                  <a:stCxn id="13" idx="3"/>
                  <a:endCxn id="19" idx="0"/>
                </p:cNvCxnSpPr>
                <p:nvPr/>
              </p:nvCxnSpPr>
              <p:spPr>
                <a:xfrm flipH="1">
                  <a:off x="8381176" y="4377990"/>
                  <a:ext cx="157772" cy="343454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CA1D8D56-70E1-A946-A946-3833E1920EE0}"/>
                    </a:ext>
                  </a:extLst>
                </p:cNvPr>
                <p:cNvCxnSpPr>
                  <a:cxnSpLocks/>
                  <a:stCxn id="13" idx="6"/>
                  <a:endCxn id="20" idx="0"/>
                </p:cNvCxnSpPr>
                <p:nvPr/>
              </p:nvCxnSpPr>
              <p:spPr>
                <a:xfrm>
                  <a:off x="8810936" y="4260431"/>
                  <a:ext cx="541198" cy="46101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D9BBF07D-E42A-0B4E-B8BA-CAC4FA99405E}"/>
                    </a:ext>
                  </a:extLst>
                </p:cNvPr>
                <p:cNvCxnSpPr>
                  <a:cxnSpLocks/>
                  <a:stCxn id="17" idx="4"/>
                  <a:endCxn id="18" idx="0"/>
                </p:cNvCxnSpPr>
                <p:nvPr/>
              </p:nvCxnSpPr>
              <p:spPr>
                <a:xfrm>
                  <a:off x="7209275" y="5053955"/>
                  <a:ext cx="0" cy="31161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B07DB384-7E75-5542-85ED-CCC5063AB0A6}"/>
                    </a:ext>
                  </a:extLst>
                </p:cNvPr>
                <p:cNvCxnSpPr>
                  <a:cxnSpLocks/>
                  <a:stCxn id="19" idx="4"/>
                  <a:endCxn id="24" idx="0"/>
                </p:cNvCxnSpPr>
                <p:nvPr/>
              </p:nvCxnSpPr>
              <p:spPr>
                <a:xfrm>
                  <a:off x="8381176" y="5053953"/>
                  <a:ext cx="27399" cy="31161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ABCAA4C-AA07-064B-A3AC-6F5FB54878D0}"/>
                    </a:ext>
                  </a:extLst>
                </p:cNvPr>
                <p:cNvCxnSpPr>
                  <a:cxnSpLocks/>
                  <a:stCxn id="20" idx="4"/>
                  <a:endCxn id="21" idx="0"/>
                </p:cNvCxnSpPr>
                <p:nvPr/>
              </p:nvCxnSpPr>
              <p:spPr>
                <a:xfrm>
                  <a:off x="9352134" y="5053953"/>
                  <a:ext cx="0" cy="29613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0F9A0F93-AD39-324F-923F-3C09F716BE77}"/>
                    </a:ext>
                  </a:extLst>
                </p:cNvPr>
                <p:cNvCxnSpPr>
                  <a:cxnSpLocks/>
                  <a:stCxn id="18" idx="4"/>
                  <a:endCxn id="22" idx="0"/>
                </p:cNvCxnSpPr>
                <p:nvPr/>
              </p:nvCxnSpPr>
              <p:spPr>
                <a:xfrm>
                  <a:off x="7209275" y="5698076"/>
                  <a:ext cx="0" cy="26320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E943941-A57A-A446-9FFA-F93DEA23D5BA}"/>
                    </a:ext>
                  </a:extLst>
                </p:cNvPr>
                <p:cNvCxnSpPr>
                  <a:cxnSpLocks/>
                  <a:stCxn id="24" idx="4"/>
                  <a:endCxn id="25" idx="0"/>
                </p:cNvCxnSpPr>
                <p:nvPr/>
              </p:nvCxnSpPr>
              <p:spPr>
                <a:xfrm>
                  <a:off x="8408575" y="5698075"/>
                  <a:ext cx="0" cy="263209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1853B957-432A-C244-8655-FE9E0101FD2D}"/>
                    </a:ext>
                  </a:extLst>
                </p:cNvPr>
                <p:cNvCxnSpPr>
                  <a:cxnSpLocks/>
                  <a:stCxn id="21" idx="4"/>
                  <a:endCxn id="23" idx="0"/>
                </p:cNvCxnSpPr>
                <p:nvPr/>
              </p:nvCxnSpPr>
              <p:spPr>
                <a:xfrm>
                  <a:off x="9352134" y="5682596"/>
                  <a:ext cx="0" cy="23898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60D70FE0-063B-9B4E-A9DC-4DDD60E6F9AB}"/>
                    </a:ext>
                  </a:extLst>
                </p:cNvPr>
                <p:cNvCxnSpPr>
                  <a:cxnSpLocks/>
                  <a:stCxn id="25" idx="4"/>
                  <a:endCxn id="26" idx="0"/>
                </p:cNvCxnSpPr>
                <p:nvPr/>
              </p:nvCxnSpPr>
              <p:spPr>
                <a:xfrm>
                  <a:off x="8408575" y="6293793"/>
                  <a:ext cx="2477" cy="23332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B9CF100-8A18-3E48-8BCB-678938ED3C84}"/>
                    </a:ext>
                  </a:extLst>
                </p:cNvPr>
                <p:cNvSpPr txBox="1"/>
                <p:nvPr/>
              </p:nvSpPr>
              <p:spPr>
                <a:xfrm>
                  <a:off x="5529921" y="4094069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5A3F2FD-FBAA-0B44-9B95-F04F103D07A8}"/>
                    </a:ext>
                  </a:extLst>
                </p:cNvPr>
                <p:cNvSpPr txBox="1"/>
                <p:nvPr/>
              </p:nvSpPr>
              <p:spPr>
                <a:xfrm>
                  <a:off x="8567902" y="6518679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A2C8C7C-2C78-AA4B-9477-60DC577B25AD}"/>
                    </a:ext>
                  </a:extLst>
                </p:cNvPr>
                <p:cNvSpPr txBox="1"/>
                <p:nvPr/>
              </p:nvSpPr>
              <p:spPr>
                <a:xfrm>
                  <a:off x="8533917" y="4712420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3B395BA-065E-5F41-AC6A-D3E92A1D5092}"/>
                    </a:ext>
                  </a:extLst>
                </p:cNvPr>
                <p:cNvSpPr txBox="1"/>
                <p:nvPr/>
              </p:nvSpPr>
              <p:spPr>
                <a:xfrm>
                  <a:off x="7331687" y="5961283"/>
                  <a:ext cx="3434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75D7F56-533B-0343-976C-1C5571E5565F}"/>
                    </a:ext>
                  </a:extLst>
                </p:cNvPr>
                <p:cNvSpPr txBox="1"/>
                <p:nvPr/>
              </p:nvSpPr>
              <p:spPr>
                <a:xfrm>
                  <a:off x="6397106" y="4712420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7D282EF-C0DD-3D42-B5B4-42133F07565F}"/>
                    </a:ext>
                  </a:extLst>
                </p:cNvPr>
                <p:cNvSpPr txBox="1"/>
                <p:nvPr/>
              </p:nvSpPr>
              <p:spPr>
                <a:xfrm>
                  <a:off x="9514335" y="5906348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AD73B8F-FAEA-F249-BEAB-ACBC832A068C}"/>
                    </a:ext>
                  </a:extLst>
                </p:cNvPr>
                <p:cNvSpPr txBox="1"/>
                <p:nvPr/>
              </p:nvSpPr>
              <p:spPr>
                <a:xfrm>
                  <a:off x="10816466" y="4723124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06EF31-0E1A-D044-8DB0-3B50D5E33A90}"/>
                  </a:ext>
                </a:extLst>
              </p:cNvPr>
              <p:cNvSpPr txBox="1"/>
              <p:nvPr/>
            </p:nvSpPr>
            <p:spPr>
              <a:xfrm>
                <a:off x="162977" y="2490905"/>
                <a:ext cx="32175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urier" pitchFamily="2" charset="0"/>
                  </a:rPr>
                  <a:t>longestPrefixOf</a:t>
                </a:r>
                <a:r>
                  <a:rPr lang="en-US" dirty="0">
                    <a:latin typeface="Courier" pitchFamily="2" charset="0"/>
                  </a:rPr>
                  <a:t>(“she”)</a:t>
                </a: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2B81215E-3031-5B42-9719-B0830B277085}"/>
                </a:ext>
              </a:extLst>
            </p:cNvPr>
            <p:cNvSpPr txBox="1"/>
            <p:nvPr/>
          </p:nvSpPr>
          <p:spPr>
            <a:xfrm>
              <a:off x="322473" y="5623783"/>
              <a:ext cx="3123397" cy="830997"/>
            </a:xfrm>
            <a:prstGeom prst="rect">
              <a:avLst/>
            </a:prstGeom>
            <a:noFill/>
            <a:ln w="38100">
              <a:solidFill>
                <a:schemeClr val="accent3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search ends at the end of s on a node with value 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(return matched key)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2" name="Group 161" descr="example of longet-prefix search with query string only partially matched by key">
            <a:extLst>
              <a:ext uri="{FF2B5EF4-FFF2-40B4-BE49-F238E27FC236}">
                <a16:creationId xmlns:a16="http://schemas.microsoft.com/office/drawing/2014/main" id="{B5999ADB-38A3-9E45-B199-8F8B8785C3F1}"/>
              </a:ext>
            </a:extLst>
          </p:cNvPr>
          <p:cNvGrpSpPr/>
          <p:nvPr/>
        </p:nvGrpSpPr>
        <p:grpSpPr>
          <a:xfrm>
            <a:off x="4240393" y="2371932"/>
            <a:ext cx="3493264" cy="4068610"/>
            <a:chOff x="4300353" y="2371932"/>
            <a:chExt cx="3493264" cy="4068610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4AADE51A-A9DC-F94A-894F-9987D53A5CD1}"/>
                </a:ext>
              </a:extLst>
            </p:cNvPr>
            <p:cNvGrpSpPr/>
            <p:nvPr/>
          </p:nvGrpSpPr>
          <p:grpSpPr>
            <a:xfrm>
              <a:off x="4300353" y="2371932"/>
              <a:ext cx="3493264" cy="2899919"/>
              <a:chOff x="4300353" y="2491852"/>
              <a:chExt cx="3493264" cy="2899919"/>
            </a:xfrm>
          </p:grpSpPr>
          <p:grpSp>
            <p:nvGrpSpPr>
              <p:cNvPr id="54" name="Group 53" descr="trie example">
                <a:extLst>
                  <a:ext uri="{FF2B5EF4-FFF2-40B4-BE49-F238E27FC236}">
                    <a16:creationId xmlns:a16="http://schemas.microsoft.com/office/drawing/2014/main" id="{06F61589-EE36-3C42-8E8B-5C93547519C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15343" y="3134192"/>
                <a:ext cx="3372166" cy="2257579"/>
                <a:chOff x="5219548" y="2931535"/>
                <a:chExt cx="5909824" cy="3956476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59A8AFED-E444-C648-9B92-4BC8B20B9346}"/>
                    </a:ext>
                  </a:extLst>
                </p:cNvPr>
                <p:cNvSpPr/>
                <p:nvPr/>
              </p:nvSpPr>
              <p:spPr>
                <a:xfrm>
                  <a:off x="7706508" y="2931535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02FA8A7F-4CCD-4C4F-936E-507195F52D6F}"/>
                    </a:ext>
                  </a:extLst>
                </p:cNvPr>
                <p:cNvSpPr/>
                <p:nvPr/>
              </p:nvSpPr>
              <p:spPr>
                <a:xfrm>
                  <a:off x="5227380" y="3559402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2D4423E-D160-FD49-BFDA-768548875A0A}"/>
                    </a:ext>
                  </a:extLst>
                </p:cNvPr>
                <p:cNvSpPr/>
                <p:nvPr/>
              </p:nvSpPr>
              <p:spPr>
                <a:xfrm>
                  <a:off x="7692654" y="3556670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D11D435F-7D49-E34A-8142-58AF1DF32929}"/>
                    </a:ext>
                  </a:extLst>
                </p:cNvPr>
                <p:cNvSpPr/>
                <p:nvPr/>
              </p:nvSpPr>
              <p:spPr>
                <a:xfrm>
                  <a:off x="10483127" y="3556669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0908AEB1-3AA9-4347-896F-8AAED902A28A}"/>
                    </a:ext>
                  </a:extLst>
                </p:cNvPr>
                <p:cNvSpPr/>
                <p:nvPr/>
              </p:nvSpPr>
              <p:spPr>
                <a:xfrm>
                  <a:off x="5219548" y="409417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y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A70BA7CE-F038-4240-98DB-9CF87AB5FFAE}"/>
                    </a:ext>
                  </a:extLst>
                </p:cNvPr>
                <p:cNvSpPr/>
                <p:nvPr/>
              </p:nvSpPr>
              <p:spPr>
                <a:xfrm>
                  <a:off x="6631587" y="409417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27FEFC58-101A-A14E-8650-2B061AE86596}"/>
                    </a:ext>
                  </a:extLst>
                </p:cNvPr>
                <p:cNvSpPr/>
                <p:nvPr/>
              </p:nvSpPr>
              <p:spPr>
                <a:xfrm>
                  <a:off x="8492282" y="4094176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D7FC5E26-E1C3-1846-B0FF-27EBA527FD55}"/>
                    </a:ext>
                  </a:extLst>
                </p:cNvPr>
                <p:cNvSpPr/>
                <p:nvPr/>
              </p:nvSpPr>
              <p:spPr>
                <a:xfrm>
                  <a:off x="10499892" y="4098088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158CFDDD-1627-B744-8A28-87ED4B29790A}"/>
                    </a:ext>
                  </a:extLst>
                </p:cNvPr>
                <p:cNvSpPr/>
                <p:nvPr/>
              </p:nvSpPr>
              <p:spPr>
                <a:xfrm>
                  <a:off x="10497415" y="4758340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062367C7-1951-ED44-B6BD-27548BC8A7C0}"/>
                    </a:ext>
                  </a:extLst>
                </p:cNvPr>
                <p:cNvSpPr/>
                <p:nvPr/>
              </p:nvSpPr>
              <p:spPr>
                <a:xfrm>
                  <a:off x="6140960" y="472144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6021EA35-CA9A-3B48-BF0E-A868020CAB50}"/>
                    </a:ext>
                  </a:extLst>
                </p:cNvPr>
                <p:cNvSpPr/>
                <p:nvPr/>
              </p:nvSpPr>
              <p:spPr>
                <a:xfrm>
                  <a:off x="7049948" y="4721446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1BA6DDAC-5E35-5A48-B60D-F3EA96ADC1FB}"/>
                    </a:ext>
                  </a:extLst>
                </p:cNvPr>
                <p:cNvSpPr/>
                <p:nvPr/>
              </p:nvSpPr>
              <p:spPr>
                <a:xfrm>
                  <a:off x="7049948" y="5365567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C79FBBA2-2243-BB4B-844F-F8D9783E1418}"/>
                    </a:ext>
                  </a:extLst>
                </p:cNvPr>
                <p:cNvSpPr/>
                <p:nvPr/>
              </p:nvSpPr>
              <p:spPr>
                <a:xfrm>
                  <a:off x="8221849" y="4721444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6EC9F6A9-9019-7542-8876-51806AD2B533}"/>
                    </a:ext>
                  </a:extLst>
                </p:cNvPr>
                <p:cNvSpPr/>
                <p:nvPr/>
              </p:nvSpPr>
              <p:spPr>
                <a:xfrm>
                  <a:off x="9192807" y="4721444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D3948757-2432-BC4D-B9FA-60FAA4BCB471}"/>
                    </a:ext>
                  </a:extLst>
                </p:cNvPr>
                <p:cNvSpPr/>
                <p:nvPr/>
              </p:nvSpPr>
              <p:spPr>
                <a:xfrm>
                  <a:off x="9192807" y="5350087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CA9CB145-D4C0-2F48-BADC-E803E70FE383}"/>
                    </a:ext>
                  </a:extLst>
                </p:cNvPr>
                <p:cNvSpPr/>
                <p:nvPr/>
              </p:nvSpPr>
              <p:spPr>
                <a:xfrm>
                  <a:off x="7049948" y="5961283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DE929E56-5DC0-3044-8B5A-3C6781D8FE99}"/>
                    </a:ext>
                  </a:extLst>
                </p:cNvPr>
                <p:cNvSpPr/>
                <p:nvPr/>
              </p:nvSpPr>
              <p:spPr>
                <a:xfrm>
                  <a:off x="9192807" y="5921577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71DF6161-D156-6C4A-B215-D0DA4F39B959}"/>
                    </a:ext>
                  </a:extLst>
                </p:cNvPr>
                <p:cNvSpPr/>
                <p:nvPr/>
              </p:nvSpPr>
              <p:spPr>
                <a:xfrm>
                  <a:off x="8249248" y="5365566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169F805E-D411-2040-B22B-3521D0A99834}"/>
                    </a:ext>
                  </a:extLst>
                </p:cNvPr>
                <p:cNvSpPr/>
                <p:nvPr/>
              </p:nvSpPr>
              <p:spPr>
                <a:xfrm>
                  <a:off x="8249248" y="5961284"/>
                  <a:ext cx="318654" cy="332509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AD527142-757C-4B44-8D7B-737E315B4A2A}"/>
                    </a:ext>
                  </a:extLst>
                </p:cNvPr>
                <p:cNvSpPr/>
                <p:nvPr/>
              </p:nvSpPr>
              <p:spPr>
                <a:xfrm>
                  <a:off x="8251725" y="6527120"/>
                  <a:ext cx="318654" cy="332509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</a:p>
              </p:txBody>
            </p: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FA293690-0AA3-D44A-98A0-484E985346D2}"/>
                    </a:ext>
                  </a:extLst>
                </p:cNvPr>
                <p:cNvCxnSpPr>
                  <a:stCxn id="56" idx="2"/>
                  <a:endCxn id="57" idx="7"/>
                </p:cNvCxnSpPr>
                <p:nvPr/>
              </p:nvCxnSpPr>
              <p:spPr>
                <a:xfrm flipH="1">
                  <a:off x="5499368" y="3097790"/>
                  <a:ext cx="2207140" cy="51030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2AFA9DEC-0180-1E4E-9E5C-FA7E01D42C93}"/>
                    </a:ext>
                  </a:extLst>
                </p:cNvPr>
                <p:cNvCxnSpPr>
                  <a:cxnSpLocks/>
                  <a:stCxn id="56" idx="6"/>
                  <a:endCxn id="59" idx="1"/>
                </p:cNvCxnSpPr>
                <p:nvPr/>
              </p:nvCxnSpPr>
              <p:spPr>
                <a:xfrm>
                  <a:off x="8025162" y="3097790"/>
                  <a:ext cx="2504631" cy="50757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2006494A-A5BE-F647-A561-F8D10002C0A3}"/>
                    </a:ext>
                  </a:extLst>
                </p:cNvPr>
                <p:cNvCxnSpPr>
                  <a:cxnSpLocks/>
                  <a:stCxn id="56" idx="4"/>
                  <a:endCxn id="58" idx="0"/>
                </p:cNvCxnSpPr>
                <p:nvPr/>
              </p:nvCxnSpPr>
              <p:spPr>
                <a:xfrm flipH="1">
                  <a:off x="7851981" y="3264044"/>
                  <a:ext cx="13854" cy="29262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1BCB1D69-2582-EC4C-B8C2-E3BFE8A86DFB}"/>
                    </a:ext>
                  </a:extLst>
                </p:cNvPr>
                <p:cNvCxnSpPr>
                  <a:cxnSpLocks/>
                  <a:stCxn id="57" idx="4"/>
                  <a:endCxn id="60" idx="0"/>
                </p:cNvCxnSpPr>
                <p:nvPr/>
              </p:nvCxnSpPr>
              <p:spPr>
                <a:xfrm flipH="1">
                  <a:off x="5378875" y="3891911"/>
                  <a:ext cx="7832" cy="20226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202CA0B3-5B5F-674F-BC64-6252F094E1DD}"/>
                    </a:ext>
                  </a:extLst>
                </p:cNvPr>
                <p:cNvCxnSpPr>
                  <a:cxnSpLocks/>
                  <a:stCxn id="59" idx="4"/>
                  <a:endCxn id="63" idx="0"/>
                </p:cNvCxnSpPr>
                <p:nvPr/>
              </p:nvCxnSpPr>
              <p:spPr>
                <a:xfrm>
                  <a:off x="10642454" y="3889178"/>
                  <a:ext cx="16765" cy="208910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4132A86F-0166-E849-B1EE-41610633AD59}"/>
                    </a:ext>
                  </a:extLst>
                </p:cNvPr>
                <p:cNvCxnSpPr>
                  <a:cxnSpLocks/>
                  <a:stCxn id="64" idx="0"/>
                  <a:endCxn id="63" idx="4"/>
                </p:cNvCxnSpPr>
                <p:nvPr/>
              </p:nvCxnSpPr>
              <p:spPr>
                <a:xfrm flipV="1">
                  <a:off x="10656742" y="4430597"/>
                  <a:ext cx="2477" cy="32774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49541449-3606-174E-8230-C5D2F3D4A63A}"/>
                    </a:ext>
                  </a:extLst>
                </p:cNvPr>
                <p:cNvCxnSpPr>
                  <a:cxnSpLocks/>
                  <a:stCxn id="58" idx="2"/>
                  <a:endCxn id="61" idx="0"/>
                </p:cNvCxnSpPr>
                <p:nvPr/>
              </p:nvCxnSpPr>
              <p:spPr>
                <a:xfrm flipH="1">
                  <a:off x="6790914" y="3722925"/>
                  <a:ext cx="901740" cy="37125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A8904105-49AD-DF48-B478-23FBDB81A43A}"/>
                    </a:ext>
                  </a:extLst>
                </p:cNvPr>
                <p:cNvCxnSpPr>
                  <a:cxnSpLocks/>
                  <a:stCxn id="58" idx="6"/>
                  <a:endCxn id="62" idx="1"/>
                </p:cNvCxnSpPr>
                <p:nvPr/>
              </p:nvCxnSpPr>
              <p:spPr>
                <a:xfrm>
                  <a:off x="8011308" y="3722925"/>
                  <a:ext cx="527640" cy="41994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753CE873-691B-BB40-9FA5-C6E6A39C3686}"/>
                    </a:ext>
                  </a:extLst>
                </p:cNvPr>
                <p:cNvCxnSpPr>
                  <a:cxnSpLocks/>
                  <a:stCxn id="61" idx="2"/>
                  <a:endCxn id="65" idx="0"/>
                </p:cNvCxnSpPr>
                <p:nvPr/>
              </p:nvCxnSpPr>
              <p:spPr>
                <a:xfrm flipH="1">
                  <a:off x="6300287" y="4260431"/>
                  <a:ext cx="331300" cy="46101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225CA4F7-4608-D24F-94F6-4F23C885C63A}"/>
                    </a:ext>
                  </a:extLst>
                </p:cNvPr>
                <p:cNvCxnSpPr>
                  <a:cxnSpLocks/>
                  <a:stCxn id="61" idx="6"/>
                  <a:endCxn id="66" idx="0"/>
                </p:cNvCxnSpPr>
                <p:nvPr/>
              </p:nvCxnSpPr>
              <p:spPr>
                <a:xfrm>
                  <a:off x="6950241" y="4260431"/>
                  <a:ext cx="259034" cy="461015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B53C71BA-2FC1-5145-9185-B2B822F0E02F}"/>
                    </a:ext>
                  </a:extLst>
                </p:cNvPr>
                <p:cNvCxnSpPr>
                  <a:cxnSpLocks/>
                  <a:stCxn id="62" idx="3"/>
                  <a:endCxn id="68" idx="0"/>
                </p:cNvCxnSpPr>
                <p:nvPr/>
              </p:nvCxnSpPr>
              <p:spPr>
                <a:xfrm flipH="1">
                  <a:off x="8381176" y="4377990"/>
                  <a:ext cx="157772" cy="343454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C0DEB996-E0B0-864D-BBD2-A2216521B70A}"/>
                    </a:ext>
                  </a:extLst>
                </p:cNvPr>
                <p:cNvCxnSpPr>
                  <a:cxnSpLocks/>
                  <a:stCxn id="62" idx="6"/>
                  <a:endCxn id="69" idx="0"/>
                </p:cNvCxnSpPr>
                <p:nvPr/>
              </p:nvCxnSpPr>
              <p:spPr>
                <a:xfrm>
                  <a:off x="8810936" y="4260431"/>
                  <a:ext cx="541198" cy="461013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FF6FB555-CF53-7A4D-BFBA-248849267F37}"/>
                    </a:ext>
                  </a:extLst>
                </p:cNvPr>
                <p:cNvCxnSpPr>
                  <a:cxnSpLocks/>
                  <a:stCxn id="66" idx="4"/>
                  <a:endCxn id="67" idx="0"/>
                </p:cNvCxnSpPr>
                <p:nvPr/>
              </p:nvCxnSpPr>
              <p:spPr>
                <a:xfrm>
                  <a:off x="7209275" y="5053955"/>
                  <a:ext cx="0" cy="311612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FADF7445-4835-0748-B655-7859EC033E76}"/>
                    </a:ext>
                  </a:extLst>
                </p:cNvPr>
                <p:cNvCxnSpPr>
                  <a:cxnSpLocks/>
                  <a:stCxn id="68" idx="4"/>
                  <a:endCxn id="73" idx="0"/>
                </p:cNvCxnSpPr>
                <p:nvPr/>
              </p:nvCxnSpPr>
              <p:spPr>
                <a:xfrm>
                  <a:off x="8381176" y="5053953"/>
                  <a:ext cx="27399" cy="31161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07847ACD-DE35-FA41-94E3-460232D206DE}"/>
                    </a:ext>
                  </a:extLst>
                </p:cNvPr>
                <p:cNvCxnSpPr>
                  <a:cxnSpLocks/>
                  <a:stCxn id="69" idx="4"/>
                  <a:endCxn id="70" idx="0"/>
                </p:cNvCxnSpPr>
                <p:nvPr/>
              </p:nvCxnSpPr>
              <p:spPr>
                <a:xfrm>
                  <a:off x="9352134" y="5053953"/>
                  <a:ext cx="0" cy="296134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ECB21A8F-3BBB-8446-B5FD-A592845C6F32}"/>
                    </a:ext>
                  </a:extLst>
                </p:cNvPr>
                <p:cNvCxnSpPr>
                  <a:cxnSpLocks/>
                  <a:stCxn id="67" idx="4"/>
                  <a:endCxn id="71" idx="0"/>
                </p:cNvCxnSpPr>
                <p:nvPr/>
              </p:nvCxnSpPr>
              <p:spPr>
                <a:xfrm>
                  <a:off x="7209275" y="5698076"/>
                  <a:ext cx="0" cy="26320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C6FB32FB-4CA6-414A-9F43-BFD53E1F068A}"/>
                    </a:ext>
                  </a:extLst>
                </p:cNvPr>
                <p:cNvCxnSpPr>
                  <a:cxnSpLocks/>
                  <a:stCxn id="73" idx="4"/>
                  <a:endCxn id="74" idx="0"/>
                </p:cNvCxnSpPr>
                <p:nvPr/>
              </p:nvCxnSpPr>
              <p:spPr>
                <a:xfrm>
                  <a:off x="8408575" y="5698075"/>
                  <a:ext cx="0" cy="26320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355769BF-B29F-4641-B53B-CDED84E62560}"/>
                    </a:ext>
                  </a:extLst>
                </p:cNvPr>
                <p:cNvCxnSpPr>
                  <a:cxnSpLocks/>
                  <a:stCxn id="70" idx="4"/>
                  <a:endCxn id="72" idx="0"/>
                </p:cNvCxnSpPr>
                <p:nvPr/>
              </p:nvCxnSpPr>
              <p:spPr>
                <a:xfrm>
                  <a:off x="9352134" y="5682596"/>
                  <a:ext cx="0" cy="238981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29A9F433-8FC4-CB46-9F83-0D3289EB2A33}"/>
                    </a:ext>
                  </a:extLst>
                </p:cNvPr>
                <p:cNvCxnSpPr>
                  <a:cxnSpLocks/>
                  <a:stCxn id="74" idx="4"/>
                  <a:endCxn id="75" idx="0"/>
                </p:cNvCxnSpPr>
                <p:nvPr/>
              </p:nvCxnSpPr>
              <p:spPr>
                <a:xfrm>
                  <a:off x="8408575" y="6293793"/>
                  <a:ext cx="2477" cy="233327"/>
                </a:xfrm>
                <a:prstGeom prst="line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2111DA8C-CFD5-FD4D-BF27-D774EC4322F3}"/>
                    </a:ext>
                  </a:extLst>
                </p:cNvPr>
                <p:cNvSpPr txBox="1"/>
                <p:nvPr/>
              </p:nvSpPr>
              <p:spPr>
                <a:xfrm>
                  <a:off x="5529921" y="4094069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087FB79-FA4B-2341-9EE3-C99D3FECAFB8}"/>
                    </a:ext>
                  </a:extLst>
                </p:cNvPr>
                <p:cNvSpPr txBox="1"/>
                <p:nvPr/>
              </p:nvSpPr>
              <p:spPr>
                <a:xfrm>
                  <a:off x="8567902" y="6518679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DE4BBBF6-0B32-EC49-BD7A-3D43F371614E}"/>
                    </a:ext>
                  </a:extLst>
                </p:cNvPr>
                <p:cNvSpPr txBox="1"/>
                <p:nvPr/>
              </p:nvSpPr>
              <p:spPr>
                <a:xfrm>
                  <a:off x="8533917" y="4712420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49E5BA57-48D2-B748-BA0E-7920461A1F67}"/>
                    </a:ext>
                  </a:extLst>
                </p:cNvPr>
                <p:cNvSpPr txBox="1"/>
                <p:nvPr/>
              </p:nvSpPr>
              <p:spPr>
                <a:xfrm>
                  <a:off x="7331687" y="5961283"/>
                  <a:ext cx="3434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971F0F69-0E17-A74E-ACC0-3985DE91261B}"/>
                    </a:ext>
                  </a:extLst>
                </p:cNvPr>
                <p:cNvSpPr txBox="1"/>
                <p:nvPr/>
              </p:nvSpPr>
              <p:spPr>
                <a:xfrm>
                  <a:off x="6397106" y="4712420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104D5993-5725-DB40-8AF1-48309A60355C}"/>
                    </a:ext>
                  </a:extLst>
                </p:cNvPr>
                <p:cNvSpPr txBox="1"/>
                <p:nvPr/>
              </p:nvSpPr>
              <p:spPr>
                <a:xfrm>
                  <a:off x="9514335" y="5906348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29AB623-4827-BA45-8A99-17E9B4426C21}"/>
                    </a:ext>
                  </a:extLst>
                </p:cNvPr>
                <p:cNvSpPr txBox="1"/>
                <p:nvPr/>
              </p:nvSpPr>
              <p:spPr>
                <a:xfrm>
                  <a:off x="10816466" y="4723124"/>
                  <a:ext cx="312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5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072EED9-0A5A-0840-B874-3884F930CF68}"/>
                  </a:ext>
                </a:extLst>
              </p:cNvPr>
              <p:cNvSpPr txBox="1"/>
              <p:nvPr/>
            </p:nvSpPr>
            <p:spPr>
              <a:xfrm>
                <a:off x="4300353" y="2491852"/>
                <a:ext cx="3493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urier" pitchFamily="2" charset="0"/>
                  </a:rPr>
                  <a:t>longestPrefixOf</a:t>
                </a:r>
                <a:r>
                  <a:rPr lang="en-US" dirty="0">
                    <a:latin typeface="Courier" pitchFamily="2" charset="0"/>
                  </a:rPr>
                  <a:t>(“shell”)</a:t>
                </a:r>
              </a:p>
            </p:txBody>
          </p:sp>
        </p:grp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6E155501-3ADB-484E-9B96-AEABA2D4D12B}"/>
                </a:ext>
              </a:extLst>
            </p:cNvPr>
            <p:cNvSpPr txBox="1"/>
            <p:nvPr/>
          </p:nvSpPr>
          <p:spPr>
            <a:xfrm>
              <a:off x="4364677" y="5609545"/>
              <a:ext cx="3123397" cy="830997"/>
            </a:xfrm>
            <a:prstGeom prst="rect">
              <a:avLst/>
            </a:prstGeom>
            <a:noFill/>
            <a:ln w="38100">
              <a:solidFill>
                <a:schemeClr val="accent3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search ends at the end of s on a node with no value 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(return latest matched key)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3" name="Group 162" descr="example of longet-prefix search with query string finishing on null link">
            <a:extLst>
              <a:ext uri="{FF2B5EF4-FFF2-40B4-BE49-F238E27FC236}">
                <a16:creationId xmlns:a16="http://schemas.microsoft.com/office/drawing/2014/main" id="{883D06DF-6242-034B-80C6-8A1D159366A1}"/>
              </a:ext>
            </a:extLst>
          </p:cNvPr>
          <p:cNvGrpSpPr/>
          <p:nvPr/>
        </p:nvGrpSpPr>
        <p:grpSpPr>
          <a:xfrm>
            <a:off x="8133654" y="2371932"/>
            <a:ext cx="4044697" cy="3824088"/>
            <a:chOff x="8133654" y="2371932"/>
            <a:chExt cx="4044697" cy="3824088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5F62DA58-8FAC-654A-957A-EDF03ECDADFC}"/>
                </a:ext>
              </a:extLst>
            </p:cNvPr>
            <p:cNvGrpSpPr/>
            <p:nvPr/>
          </p:nvGrpSpPr>
          <p:grpSpPr>
            <a:xfrm>
              <a:off x="8133654" y="2371932"/>
              <a:ext cx="4044697" cy="3099479"/>
              <a:chOff x="8133654" y="2491852"/>
              <a:chExt cx="4044697" cy="3099479"/>
            </a:xfrm>
          </p:grpSpPr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A7000F9-46D1-524E-8AC8-1B3BC8DF3CB3}"/>
                  </a:ext>
                </a:extLst>
              </p:cNvPr>
              <p:cNvSpPr txBox="1"/>
              <p:nvPr/>
            </p:nvSpPr>
            <p:spPr>
              <a:xfrm>
                <a:off x="8133654" y="2491852"/>
                <a:ext cx="40446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urier" pitchFamily="2" charset="0"/>
                  </a:rPr>
                  <a:t>longestPrefixOf</a:t>
                </a:r>
                <a:r>
                  <a:rPr lang="en-US" dirty="0">
                    <a:latin typeface="Courier" pitchFamily="2" charset="0"/>
                  </a:rPr>
                  <a:t>(“</a:t>
                </a:r>
                <a:r>
                  <a:rPr lang="en-US" dirty="0" err="1">
                    <a:latin typeface="Courier" pitchFamily="2" charset="0"/>
                  </a:rPr>
                  <a:t>shellsort</a:t>
                </a:r>
                <a:r>
                  <a:rPr lang="en-US" dirty="0">
                    <a:latin typeface="Courier" pitchFamily="2" charset="0"/>
                  </a:rPr>
                  <a:t>”)</a:t>
                </a:r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842B096-1080-B446-B7A3-0ED4E34D0838}"/>
                  </a:ext>
                </a:extLst>
              </p:cNvPr>
              <p:cNvGrpSpPr/>
              <p:nvPr/>
            </p:nvGrpSpPr>
            <p:grpSpPr>
              <a:xfrm>
                <a:off x="8358504" y="3134192"/>
                <a:ext cx="3372166" cy="2457139"/>
                <a:chOff x="8358504" y="3134192"/>
                <a:chExt cx="3372166" cy="2457139"/>
              </a:xfrm>
            </p:grpSpPr>
            <p:grpSp>
              <p:nvGrpSpPr>
                <p:cNvPr id="103" name="Group 102" descr="trie example">
                  <a:extLst>
                    <a:ext uri="{FF2B5EF4-FFF2-40B4-BE49-F238E27FC236}">
                      <a16:creationId xmlns:a16="http://schemas.microsoft.com/office/drawing/2014/main" id="{A9A0BFDE-AEF1-454C-9787-D227AF6FF7E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358504" y="3134192"/>
                  <a:ext cx="3372166" cy="2257579"/>
                  <a:chOff x="5219548" y="2931535"/>
                  <a:chExt cx="5909824" cy="3956476"/>
                </a:xfrm>
              </p:grpSpPr>
              <p:sp>
                <p:nvSpPr>
                  <p:cNvPr id="105" name="Oval 104">
                    <a:extLst>
                      <a:ext uri="{FF2B5EF4-FFF2-40B4-BE49-F238E27FC236}">
                        <a16:creationId xmlns:a16="http://schemas.microsoft.com/office/drawing/2014/main" id="{F8F102EA-D52F-9E43-B3DE-9F8A09B2A994}"/>
                      </a:ext>
                    </a:extLst>
                  </p:cNvPr>
                  <p:cNvSpPr/>
                  <p:nvPr/>
                </p:nvSpPr>
                <p:spPr>
                  <a:xfrm>
                    <a:off x="7706508" y="2931535"/>
                    <a:ext cx="318654" cy="332509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6" name="Oval 105">
                    <a:extLst>
                      <a:ext uri="{FF2B5EF4-FFF2-40B4-BE49-F238E27FC236}">
                        <a16:creationId xmlns:a16="http://schemas.microsoft.com/office/drawing/2014/main" id="{E77D96DE-BA4A-564B-B80F-55801C288736}"/>
                      </a:ext>
                    </a:extLst>
                  </p:cNvPr>
                  <p:cNvSpPr/>
                  <p:nvPr/>
                </p:nvSpPr>
                <p:spPr>
                  <a:xfrm>
                    <a:off x="5227380" y="3559402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</a:p>
                </p:txBody>
              </p: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EC947A11-3606-1940-94F6-633A41B0A6A2}"/>
                      </a:ext>
                    </a:extLst>
                  </p:cNvPr>
                  <p:cNvSpPr/>
                  <p:nvPr/>
                </p:nvSpPr>
                <p:spPr>
                  <a:xfrm>
                    <a:off x="7692654" y="3556670"/>
                    <a:ext cx="318654" cy="332509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</a:t>
                    </a:r>
                  </a:p>
                </p:txBody>
              </p:sp>
              <p:sp>
                <p:nvSpPr>
                  <p:cNvPr id="108" name="Oval 107">
                    <a:extLst>
                      <a:ext uri="{FF2B5EF4-FFF2-40B4-BE49-F238E27FC236}">
                        <a16:creationId xmlns:a16="http://schemas.microsoft.com/office/drawing/2014/main" id="{8F6163A3-F1E7-CA4E-A9A8-4657C9EFC4D6}"/>
                      </a:ext>
                    </a:extLst>
                  </p:cNvPr>
                  <p:cNvSpPr/>
                  <p:nvPr/>
                </p:nvSpPr>
                <p:spPr>
                  <a:xfrm>
                    <a:off x="10483127" y="3556669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</a:t>
                    </a:r>
                  </a:p>
                </p:txBody>
              </p:sp>
              <p:sp>
                <p:nvSpPr>
                  <p:cNvPr id="109" name="Oval 108">
                    <a:extLst>
                      <a:ext uri="{FF2B5EF4-FFF2-40B4-BE49-F238E27FC236}">
                        <a16:creationId xmlns:a16="http://schemas.microsoft.com/office/drawing/2014/main" id="{6190CD03-015D-5E41-94FC-D5D9DDEBC306}"/>
                      </a:ext>
                    </a:extLst>
                  </p:cNvPr>
                  <p:cNvSpPr/>
                  <p:nvPr/>
                </p:nvSpPr>
                <p:spPr>
                  <a:xfrm>
                    <a:off x="5219548" y="4094176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</a:t>
                    </a:r>
                  </a:p>
                </p:txBody>
              </p:sp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25E7E862-EF66-5145-BFEA-1F2FBA7CD7D8}"/>
                      </a:ext>
                    </a:extLst>
                  </p:cNvPr>
                  <p:cNvSpPr/>
                  <p:nvPr/>
                </p:nvSpPr>
                <p:spPr>
                  <a:xfrm>
                    <a:off x="6631587" y="4094176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111" name="Oval 110">
                    <a:extLst>
                      <a:ext uri="{FF2B5EF4-FFF2-40B4-BE49-F238E27FC236}">
                        <a16:creationId xmlns:a16="http://schemas.microsoft.com/office/drawing/2014/main" id="{F6E10A7E-FE21-FE4E-8DDA-AE6EC6FFE881}"/>
                      </a:ext>
                    </a:extLst>
                  </p:cNvPr>
                  <p:cNvSpPr/>
                  <p:nvPr/>
                </p:nvSpPr>
                <p:spPr>
                  <a:xfrm>
                    <a:off x="8492282" y="4094176"/>
                    <a:ext cx="318654" cy="332509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</a:p>
                </p:txBody>
              </p:sp>
              <p:sp>
                <p:nvSpPr>
                  <p:cNvPr id="112" name="Oval 111">
                    <a:extLst>
                      <a:ext uri="{FF2B5EF4-FFF2-40B4-BE49-F238E27FC236}">
                        <a16:creationId xmlns:a16="http://schemas.microsoft.com/office/drawing/2014/main" id="{8BF76080-9FC1-FF46-B1A0-C5366B3CBA1E}"/>
                      </a:ext>
                    </a:extLst>
                  </p:cNvPr>
                  <p:cNvSpPr/>
                  <p:nvPr/>
                </p:nvSpPr>
                <p:spPr>
                  <a:xfrm>
                    <a:off x="10499892" y="4098088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</a:p>
                </p:txBody>
              </p:sp>
              <p:sp>
                <p:nvSpPr>
                  <p:cNvPr id="113" name="Oval 112">
                    <a:extLst>
                      <a:ext uri="{FF2B5EF4-FFF2-40B4-BE49-F238E27FC236}">
                        <a16:creationId xmlns:a16="http://schemas.microsoft.com/office/drawing/2014/main" id="{F2138C1C-CAB0-624C-BCBB-0CC9DA1DEBAF}"/>
                      </a:ext>
                    </a:extLst>
                  </p:cNvPr>
                  <p:cNvSpPr/>
                  <p:nvPr/>
                </p:nvSpPr>
                <p:spPr>
                  <a:xfrm>
                    <a:off x="10497415" y="4758340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114" name="Oval 113">
                    <a:extLst>
                      <a:ext uri="{FF2B5EF4-FFF2-40B4-BE49-F238E27FC236}">
                        <a16:creationId xmlns:a16="http://schemas.microsoft.com/office/drawing/2014/main" id="{EE3BEA7B-E988-D94F-BD24-3C0512BD513C}"/>
                      </a:ext>
                    </a:extLst>
                  </p:cNvPr>
                  <p:cNvSpPr/>
                  <p:nvPr/>
                </p:nvSpPr>
                <p:spPr>
                  <a:xfrm>
                    <a:off x="6140960" y="4721446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</a:p>
                </p:txBody>
              </p:sp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5AD19583-C832-7846-822E-CAE83168C8AA}"/>
                      </a:ext>
                    </a:extLst>
                  </p:cNvPr>
                  <p:cNvSpPr/>
                  <p:nvPr/>
                </p:nvSpPr>
                <p:spPr>
                  <a:xfrm>
                    <a:off x="7049948" y="4721446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116" name="Oval 115">
                    <a:extLst>
                      <a:ext uri="{FF2B5EF4-FFF2-40B4-BE49-F238E27FC236}">
                        <a16:creationId xmlns:a16="http://schemas.microsoft.com/office/drawing/2014/main" id="{A4256587-29CC-3A4B-A394-F8A4AD44E106}"/>
                      </a:ext>
                    </a:extLst>
                  </p:cNvPr>
                  <p:cNvSpPr/>
                  <p:nvPr/>
                </p:nvSpPr>
                <p:spPr>
                  <a:xfrm>
                    <a:off x="7049948" y="5365567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1F3B99D0-5EF3-554B-936B-D229C6B94069}"/>
                      </a:ext>
                    </a:extLst>
                  </p:cNvPr>
                  <p:cNvSpPr/>
                  <p:nvPr/>
                </p:nvSpPr>
                <p:spPr>
                  <a:xfrm>
                    <a:off x="8221849" y="4721444"/>
                    <a:ext cx="318654" cy="332509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0B2BE0BA-F3A1-DA4E-AAAA-D8E01C50F764}"/>
                      </a:ext>
                    </a:extLst>
                  </p:cNvPr>
                  <p:cNvSpPr/>
                  <p:nvPr/>
                </p:nvSpPr>
                <p:spPr>
                  <a:xfrm>
                    <a:off x="9192807" y="4721444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</a:t>
                    </a:r>
                  </a:p>
                </p:txBody>
              </p:sp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1CB3E49A-BD38-7A4E-8126-BF28BC54988E}"/>
                      </a:ext>
                    </a:extLst>
                  </p:cNvPr>
                  <p:cNvSpPr/>
                  <p:nvPr/>
                </p:nvSpPr>
                <p:spPr>
                  <a:xfrm>
                    <a:off x="9192807" y="5350087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</a:t>
                    </a:r>
                  </a:p>
                </p:txBody>
              </p: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7044D3FE-5B60-DB40-BFB3-D3F4783A957A}"/>
                      </a:ext>
                    </a:extLst>
                  </p:cNvPr>
                  <p:cNvSpPr/>
                  <p:nvPr/>
                </p:nvSpPr>
                <p:spPr>
                  <a:xfrm>
                    <a:off x="7049948" y="5961283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</a:t>
                    </a:r>
                  </a:p>
                </p:txBody>
              </p:sp>
              <p:sp>
                <p:nvSpPr>
                  <p:cNvPr id="121" name="Oval 120">
                    <a:extLst>
                      <a:ext uri="{FF2B5EF4-FFF2-40B4-BE49-F238E27FC236}">
                        <a16:creationId xmlns:a16="http://schemas.microsoft.com/office/drawing/2014/main" id="{073DCB68-434F-C747-A6D4-7CB007F7510A}"/>
                      </a:ext>
                    </a:extLst>
                  </p:cNvPr>
                  <p:cNvSpPr/>
                  <p:nvPr/>
                </p:nvSpPr>
                <p:spPr>
                  <a:xfrm>
                    <a:off x="9192807" y="5921577"/>
                    <a:ext cx="318654" cy="3325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122" name="Oval 121">
                    <a:extLst>
                      <a:ext uri="{FF2B5EF4-FFF2-40B4-BE49-F238E27FC236}">
                        <a16:creationId xmlns:a16="http://schemas.microsoft.com/office/drawing/2014/main" id="{FB115CC9-1F13-404F-BC98-000248A1828C}"/>
                      </a:ext>
                    </a:extLst>
                  </p:cNvPr>
                  <p:cNvSpPr/>
                  <p:nvPr/>
                </p:nvSpPr>
                <p:spPr>
                  <a:xfrm>
                    <a:off x="8249248" y="5365566"/>
                    <a:ext cx="318654" cy="332509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123" name="Oval 122">
                    <a:extLst>
                      <a:ext uri="{FF2B5EF4-FFF2-40B4-BE49-F238E27FC236}">
                        <a16:creationId xmlns:a16="http://schemas.microsoft.com/office/drawing/2014/main" id="{7CB6ABC3-D4F3-2049-86BF-7FDF94AB2822}"/>
                      </a:ext>
                    </a:extLst>
                  </p:cNvPr>
                  <p:cNvSpPr/>
                  <p:nvPr/>
                </p:nvSpPr>
                <p:spPr>
                  <a:xfrm>
                    <a:off x="8249248" y="5961284"/>
                    <a:ext cx="318654" cy="332509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</a:p>
                </p:txBody>
              </p:sp>
              <p:sp>
                <p:nvSpPr>
                  <p:cNvPr id="124" name="Oval 123">
                    <a:extLst>
                      <a:ext uri="{FF2B5EF4-FFF2-40B4-BE49-F238E27FC236}">
                        <a16:creationId xmlns:a16="http://schemas.microsoft.com/office/drawing/2014/main" id="{CC0120B1-7911-9D45-A8D5-0E6F150F0916}"/>
                      </a:ext>
                    </a:extLst>
                  </p:cNvPr>
                  <p:cNvSpPr/>
                  <p:nvPr/>
                </p:nvSpPr>
                <p:spPr>
                  <a:xfrm>
                    <a:off x="8251725" y="6527120"/>
                    <a:ext cx="318654" cy="332509"/>
                  </a:xfrm>
                  <a:prstGeom prst="ellipse">
                    <a:avLst/>
                  </a:prstGeom>
                  <a:noFill/>
                  <a:ln w="38100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</a:t>
                    </a:r>
                  </a:p>
                </p:txBody>
              </p: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1C868299-8D11-6445-A512-266C9249551C}"/>
                      </a:ext>
                    </a:extLst>
                  </p:cNvPr>
                  <p:cNvCxnSpPr>
                    <a:stCxn id="105" idx="2"/>
                    <a:endCxn id="106" idx="7"/>
                  </p:cNvCxnSpPr>
                  <p:nvPr/>
                </p:nvCxnSpPr>
                <p:spPr>
                  <a:xfrm flipH="1">
                    <a:off x="5499368" y="3097790"/>
                    <a:ext cx="2207140" cy="510307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2DA1C313-45E8-D941-BCD2-18C602BE1958}"/>
                      </a:ext>
                    </a:extLst>
                  </p:cNvPr>
                  <p:cNvCxnSpPr>
                    <a:cxnSpLocks/>
                    <a:stCxn id="105" idx="6"/>
                    <a:endCxn id="108" idx="1"/>
                  </p:cNvCxnSpPr>
                  <p:nvPr/>
                </p:nvCxnSpPr>
                <p:spPr>
                  <a:xfrm>
                    <a:off x="8025162" y="3097790"/>
                    <a:ext cx="2504631" cy="50757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A41245C0-F715-B34D-BBD9-2FDD4CA334B3}"/>
                      </a:ext>
                    </a:extLst>
                  </p:cNvPr>
                  <p:cNvCxnSpPr>
                    <a:cxnSpLocks/>
                    <a:stCxn id="105" idx="4"/>
                    <a:endCxn id="107" idx="0"/>
                  </p:cNvCxnSpPr>
                  <p:nvPr/>
                </p:nvCxnSpPr>
                <p:spPr>
                  <a:xfrm flipH="1">
                    <a:off x="7851981" y="3264044"/>
                    <a:ext cx="13854" cy="292626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A8025E58-16C4-C547-B1F9-202B8FF582A1}"/>
                      </a:ext>
                    </a:extLst>
                  </p:cNvPr>
                  <p:cNvCxnSpPr>
                    <a:cxnSpLocks/>
                    <a:stCxn id="106" idx="4"/>
                    <a:endCxn id="109" idx="0"/>
                  </p:cNvCxnSpPr>
                  <p:nvPr/>
                </p:nvCxnSpPr>
                <p:spPr>
                  <a:xfrm flipH="1">
                    <a:off x="5378875" y="3891911"/>
                    <a:ext cx="7832" cy="20226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F40E8B16-253A-E742-8B34-C99ADABA5030}"/>
                      </a:ext>
                    </a:extLst>
                  </p:cNvPr>
                  <p:cNvCxnSpPr>
                    <a:cxnSpLocks/>
                    <a:stCxn id="108" idx="4"/>
                    <a:endCxn id="112" idx="0"/>
                  </p:cNvCxnSpPr>
                  <p:nvPr/>
                </p:nvCxnSpPr>
                <p:spPr>
                  <a:xfrm>
                    <a:off x="10642454" y="3889178"/>
                    <a:ext cx="16765" cy="208910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EE561CDA-4CD9-E14B-9118-FA528B8AF2E3}"/>
                      </a:ext>
                    </a:extLst>
                  </p:cNvPr>
                  <p:cNvCxnSpPr>
                    <a:cxnSpLocks/>
                    <a:stCxn id="113" idx="0"/>
                    <a:endCxn id="112" idx="4"/>
                  </p:cNvCxnSpPr>
                  <p:nvPr/>
                </p:nvCxnSpPr>
                <p:spPr>
                  <a:xfrm flipV="1">
                    <a:off x="10656742" y="4430597"/>
                    <a:ext cx="2477" cy="327743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Straight Connector 130">
                    <a:extLst>
                      <a:ext uri="{FF2B5EF4-FFF2-40B4-BE49-F238E27FC236}">
                        <a16:creationId xmlns:a16="http://schemas.microsoft.com/office/drawing/2014/main" id="{6C4BCC91-A51F-8440-8FBB-52B3F5AD6656}"/>
                      </a:ext>
                    </a:extLst>
                  </p:cNvPr>
                  <p:cNvCxnSpPr>
                    <a:cxnSpLocks/>
                    <a:stCxn id="107" idx="2"/>
                    <a:endCxn id="110" idx="0"/>
                  </p:cNvCxnSpPr>
                  <p:nvPr/>
                </p:nvCxnSpPr>
                <p:spPr>
                  <a:xfrm flipH="1">
                    <a:off x="6790914" y="3722925"/>
                    <a:ext cx="901740" cy="371251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Straight Connector 131">
                    <a:extLst>
                      <a:ext uri="{FF2B5EF4-FFF2-40B4-BE49-F238E27FC236}">
                        <a16:creationId xmlns:a16="http://schemas.microsoft.com/office/drawing/2014/main" id="{C965D852-3AD7-6045-9E1A-050618E2612C}"/>
                      </a:ext>
                    </a:extLst>
                  </p:cNvPr>
                  <p:cNvCxnSpPr>
                    <a:cxnSpLocks/>
                    <a:stCxn id="107" idx="6"/>
                    <a:endCxn id="111" idx="1"/>
                  </p:cNvCxnSpPr>
                  <p:nvPr/>
                </p:nvCxnSpPr>
                <p:spPr>
                  <a:xfrm>
                    <a:off x="8011308" y="3722925"/>
                    <a:ext cx="527640" cy="419946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6F2F6A42-248B-3141-A0D1-5A75EAA0E338}"/>
                      </a:ext>
                    </a:extLst>
                  </p:cNvPr>
                  <p:cNvCxnSpPr>
                    <a:cxnSpLocks/>
                    <a:stCxn id="110" idx="2"/>
                    <a:endCxn id="114" idx="0"/>
                  </p:cNvCxnSpPr>
                  <p:nvPr/>
                </p:nvCxnSpPr>
                <p:spPr>
                  <a:xfrm flipH="1">
                    <a:off x="6300287" y="4260431"/>
                    <a:ext cx="331300" cy="46101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195EE402-7791-5640-8BB2-19BD2E8C7FE7}"/>
                      </a:ext>
                    </a:extLst>
                  </p:cNvPr>
                  <p:cNvCxnSpPr>
                    <a:cxnSpLocks/>
                    <a:stCxn id="110" idx="6"/>
                    <a:endCxn id="115" idx="0"/>
                  </p:cNvCxnSpPr>
                  <p:nvPr/>
                </p:nvCxnSpPr>
                <p:spPr>
                  <a:xfrm>
                    <a:off x="6950241" y="4260431"/>
                    <a:ext cx="259034" cy="461015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Straight Connector 134">
                    <a:extLst>
                      <a:ext uri="{FF2B5EF4-FFF2-40B4-BE49-F238E27FC236}">
                        <a16:creationId xmlns:a16="http://schemas.microsoft.com/office/drawing/2014/main" id="{B3516FB2-CC62-C84E-92DB-8A4B84D4DF02}"/>
                      </a:ext>
                    </a:extLst>
                  </p:cNvPr>
                  <p:cNvCxnSpPr>
                    <a:cxnSpLocks/>
                    <a:stCxn id="111" idx="3"/>
                    <a:endCxn id="117" idx="0"/>
                  </p:cNvCxnSpPr>
                  <p:nvPr/>
                </p:nvCxnSpPr>
                <p:spPr>
                  <a:xfrm flipH="1">
                    <a:off x="8381176" y="4377990"/>
                    <a:ext cx="157772" cy="343454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>
                    <a:extLst>
                      <a:ext uri="{FF2B5EF4-FFF2-40B4-BE49-F238E27FC236}">
                        <a16:creationId xmlns:a16="http://schemas.microsoft.com/office/drawing/2014/main" id="{7466DC34-F176-E04F-BC22-320F23F7388E}"/>
                      </a:ext>
                    </a:extLst>
                  </p:cNvPr>
                  <p:cNvCxnSpPr>
                    <a:cxnSpLocks/>
                    <a:stCxn id="111" idx="6"/>
                    <a:endCxn id="118" idx="0"/>
                  </p:cNvCxnSpPr>
                  <p:nvPr/>
                </p:nvCxnSpPr>
                <p:spPr>
                  <a:xfrm>
                    <a:off x="8810936" y="4260431"/>
                    <a:ext cx="541198" cy="461013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B6EF70D9-20C0-E743-B8DD-7A7B0D6307F1}"/>
                      </a:ext>
                    </a:extLst>
                  </p:cNvPr>
                  <p:cNvCxnSpPr>
                    <a:cxnSpLocks/>
                    <a:stCxn id="115" idx="4"/>
                    <a:endCxn id="116" idx="0"/>
                  </p:cNvCxnSpPr>
                  <p:nvPr/>
                </p:nvCxnSpPr>
                <p:spPr>
                  <a:xfrm>
                    <a:off x="7209275" y="5053955"/>
                    <a:ext cx="0" cy="311612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EFA09173-FB92-654B-AAE5-4B47B2CA8413}"/>
                      </a:ext>
                    </a:extLst>
                  </p:cNvPr>
                  <p:cNvCxnSpPr>
                    <a:cxnSpLocks/>
                    <a:stCxn id="117" idx="4"/>
                    <a:endCxn id="122" idx="0"/>
                  </p:cNvCxnSpPr>
                  <p:nvPr/>
                </p:nvCxnSpPr>
                <p:spPr>
                  <a:xfrm>
                    <a:off x="8381176" y="5053953"/>
                    <a:ext cx="27399" cy="311613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7DE950A2-2E91-744A-82E4-5E07AC349B51}"/>
                      </a:ext>
                    </a:extLst>
                  </p:cNvPr>
                  <p:cNvCxnSpPr>
                    <a:cxnSpLocks/>
                    <a:stCxn id="118" idx="4"/>
                    <a:endCxn id="119" idx="0"/>
                  </p:cNvCxnSpPr>
                  <p:nvPr/>
                </p:nvCxnSpPr>
                <p:spPr>
                  <a:xfrm>
                    <a:off x="9352134" y="5053953"/>
                    <a:ext cx="0" cy="296134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DC2449A8-AF1C-C942-B23C-FC4A3448A503}"/>
                      </a:ext>
                    </a:extLst>
                  </p:cNvPr>
                  <p:cNvCxnSpPr>
                    <a:cxnSpLocks/>
                    <a:stCxn id="116" idx="4"/>
                    <a:endCxn id="120" idx="0"/>
                  </p:cNvCxnSpPr>
                  <p:nvPr/>
                </p:nvCxnSpPr>
                <p:spPr>
                  <a:xfrm>
                    <a:off x="7209275" y="5698076"/>
                    <a:ext cx="0" cy="263207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0F852510-77B3-C84E-9A66-6A23675C7069}"/>
                      </a:ext>
                    </a:extLst>
                  </p:cNvPr>
                  <p:cNvCxnSpPr>
                    <a:cxnSpLocks/>
                    <a:stCxn id="122" idx="4"/>
                    <a:endCxn id="123" idx="0"/>
                  </p:cNvCxnSpPr>
                  <p:nvPr/>
                </p:nvCxnSpPr>
                <p:spPr>
                  <a:xfrm>
                    <a:off x="8408575" y="5698075"/>
                    <a:ext cx="0" cy="263209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8B3FE915-75E3-5D42-AA1F-1E5E7B120850}"/>
                      </a:ext>
                    </a:extLst>
                  </p:cNvPr>
                  <p:cNvCxnSpPr>
                    <a:cxnSpLocks/>
                    <a:stCxn id="119" idx="4"/>
                    <a:endCxn id="121" idx="0"/>
                  </p:cNvCxnSpPr>
                  <p:nvPr/>
                </p:nvCxnSpPr>
                <p:spPr>
                  <a:xfrm>
                    <a:off x="9352134" y="5682596"/>
                    <a:ext cx="0" cy="238981"/>
                  </a:xfrm>
                  <a:prstGeom prst="line">
                    <a:avLst/>
                  </a:prstGeom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Straight Connector 142">
                    <a:extLst>
                      <a:ext uri="{FF2B5EF4-FFF2-40B4-BE49-F238E27FC236}">
                        <a16:creationId xmlns:a16="http://schemas.microsoft.com/office/drawing/2014/main" id="{A791F3F7-60BA-AC4B-B34A-83ED64F68200}"/>
                      </a:ext>
                    </a:extLst>
                  </p:cNvPr>
                  <p:cNvCxnSpPr>
                    <a:cxnSpLocks/>
                    <a:stCxn id="123" idx="4"/>
                    <a:endCxn id="124" idx="0"/>
                  </p:cNvCxnSpPr>
                  <p:nvPr/>
                </p:nvCxnSpPr>
                <p:spPr>
                  <a:xfrm>
                    <a:off x="8408575" y="6293793"/>
                    <a:ext cx="2477" cy="233327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7700AB99-C09A-0B4D-A9E1-779B02C03E73}"/>
                      </a:ext>
                    </a:extLst>
                  </p:cNvPr>
                  <p:cNvSpPr txBox="1"/>
                  <p:nvPr/>
                </p:nvSpPr>
                <p:spPr>
                  <a:xfrm>
                    <a:off x="5529921" y="4094069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A9D6FE95-517E-9E44-969C-B046BC57D42D}"/>
                      </a:ext>
                    </a:extLst>
                  </p:cNvPr>
                  <p:cNvSpPr txBox="1"/>
                  <p:nvPr/>
                </p:nvSpPr>
                <p:spPr>
                  <a:xfrm>
                    <a:off x="8567902" y="6518679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0CC7DF02-FFA8-7F4D-A324-7255E24A1CD2}"/>
                      </a:ext>
                    </a:extLst>
                  </p:cNvPr>
                  <p:cNvSpPr txBox="1"/>
                  <p:nvPr/>
                </p:nvSpPr>
                <p:spPr>
                  <a:xfrm>
                    <a:off x="8533917" y="4712420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0</a:t>
                    </a:r>
                  </a:p>
                </p:txBody>
              </p:sp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30BFD309-BB74-574A-95F4-9C1F51553025}"/>
                      </a:ext>
                    </a:extLst>
                  </p:cNvPr>
                  <p:cNvSpPr txBox="1"/>
                  <p:nvPr/>
                </p:nvSpPr>
                <p:spPr>
                  <a:xfrm>
                    <a:off x="7331687" y="5961283"/>
                    <a:ext cx="34345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2988B28D-0411-3449-A900-4BA54474BF7C}"/>
                      </a:ext>
                    </a:extLst>
                  </p:cNvPr>
                  <p:cNvSpPr txBox="1"/>
                  <p:nvPr/>
                </p:nvSpPr>
                <p:spPr>
                  <a:xfrm>
                    <a:off x="6397106" y="4712420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6</a:t>
                    </a:r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099CA6E1-75D3-1F47-8C31-08C6EA6E9E1A}"/>
                      </a:ext>
                    </a:extLst>
                  </p:cNvPr>
                  <p:cNvSpPr txBox="1"/>
                  <p:nvPr/>
                </p:nvSpPr>
                <p:spPr>
                  <a:xfrm>
                    <a:off x="9514335" y="5906348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7</a:t>
                    </a:r>
                  </a:p>
                </p:txBody>
              </p: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69FB6106-8D4B-BF4D-B593-3B8CE64E47CA}"/>
                      </a:ext>
                    </a:extLst>
                  </p:cNvPr>
                  <p:cNvSpPr txBox="1"/>
                  <p:nvPr/>
                </p:nvSpPr>
                <p:spPr>
                  <a:xfrm>
                    <a:off x="10816466" y="4723124"/>
                    <a:ext cx="3129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</a:p>
                </p:txBody>
              </p:sp>
            </p:grp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75DB6E51-4528-9346-B5FF-1C9093725F74}"/>
                    </a:ext>
                  </a:extLst>
                </p:cNvPr>
                <p:cNvCxnSpPr>
                  <a:cxnSpLocks/>
                  <a:stCxn id="124" idx="4"/>
                </p:cNvCxnSpPr>
                <p:nvPr/>
              </p:nvCxnSpPr>
              <p:spPr>
                <a:xfrm>
                  <a:off x="10179588" y="5375576"/>
                  <a:ext cx="0" cy="215755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367323F-D799-4241-81D4-E31BA6FAAD30}"/>
                </a:ext>
              </a:extLst>
            </p:cNvPr>
            <p:cNvSpPr txBox="1"/>
            <p:nvPr/>
          </p:nvSpPr>
          <p:spPr>
            <a:xfrm>
              <a:off x="8369551" y="5611245"/>
              <a:ext cx="3123397" cy="584775"/>
            </a:xfrm>
            <a:prstGeom prst="rect">
              <a:avLst/>
            </a:prstGeom>
            <a:noFill/>
            <a:ln w="38100">
              <a:solidFill>
                <a:schemeClr val="accent3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search ends at null link 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(return latest matched key)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51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6F8B-6F5D-3741-889A-8C19B28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Tries extended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800B-B7D6-0A41-826F-B635BE12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ighlight>
                  <a:srgbClr val="C0C0C0"/>
                </a:highlight>
                <a:latin typeface="Courier" pitchFamily="2" charset="0"/>
              </a:rPr>
              <a:t>longestPrefixOf</a:t>
            </a:r>
            <a:r>
              <a:rPr lang="en-US" dirty="0">
                <a:highlight>
                  <a:srgbClr val="C0C0C0"/>
                </a:highlight>
                <a:latin typeface="Courier" pitchFamily="2" charset="0"/>
              </a:rPr>
              <a:t>(s)</a:t>
            </a:r>
            <a:r>
              <a:rPr lang="en-US" dirty="0">
                <a:highlight>
                  <a:srgbClr val="C0C0C0"/>
                </a:highlight>
              </a:rPr>
              <a:t>:</a:t>
            </a:r>
            <a:r>
              <a:rPr lang="en-US" dirty="0"/>
              <a:t> pseudocode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443093A-D907-2E4F-8C05-0AFD60F9D169}"/>
              </a:ext>
            </a:extLst>
          </p:cNvPr>
          <p:cNvSpPr txBox="1"/>
          <p:nvPr/>
        </p:nvSpPr>
        <p:spPr>
          <a:xfrm>
            <a:off x="514866" y="2379791"/>
            <a:ext cx="7713971" cy="4031873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…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GB" sz="1600" dirty="0" err="1">
                <a:highlight>
                  <a:srgbClr val="C0C0C0"/>
                </a:highlight>
                <a:latin typeface="Courier" pitchFamily="2" charset="0"/>
              </a:rPr>
              <a:t>longestPrefixOf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(s):</a:t>
            </a:r>
          </a:p>
          <a:p>
            <a:r>
              <a:rPr lang="en-GB" sz="1600" dirty="0">
                <a:latin typeface="Courier" pitchFamily="2" charset="0"/>
              </a:rPr>
              <a:t>        length = __search(</a:t>
            </a:r>
            <a:r>
              <a:rPr lang="en-GB" sz="1600" dirty="0" err="1">
                <a:latin typeface="Courier" pitchFamily="2" charset="0"/>
              </a:rPr>
              <a:t>self.root</a:t>
            </a:r>
            <a:r>
              <a:rPr lang="en-GB" sz="1600" dirty="0">
                <a:latin typeface="Courier" pitchFamily="2" charset="0"/>
              </a:rPr>
              <a:t>, s, 0, 0)</a:t>
            </a:r>
          </a:p>
          <a:p>
            <a:r>
              <a:rPr lang="en-GB" sz="1600" dirty="0">
                <a:latin typeface="Courier" pitchFamily="2" charset="0"/>
              </a:rPr>
              <a:t>        return </a:t>
            </a:r>
            <a:r>
              <a:rPr lang="en-GB" sz="1600" dirty="0" err="1">
                <a:latin typeface="Courier" pitchFamily="2" charset="0"/>
              </a:rPr>
              <a:t>s.substring</a:t>
            </a:r>
            <a:r>
              <a:rPr lang="en-GB" sz="1600" dirty="0">
                <a:latin typeface="Courier" pitchFamily="2" charset="0"/>
              </a:rPr>
              <a:t>(0, length)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__search(node, query, d, length):</a:t>
            </a:r>
          </a:p>
          <a:p>
            <a:r>
              <a:rPr lang="en-GB" sz="1600" dirty="0">
                <a:latin typeface="Courier" pitchFamily="2" charset="0"/>
              </a:rPr>
              <a:t>        if (node == None):</a:t>
            </a:r>
          </a:p>
          <a:p>
            <a:r>
              <a:rPr lang="en-GB" sz="1600" dirty="0">
                <a:latin typeface="Courier" pitchFamily="2" charset="0"/>
              </a:rPr>
              <a:t>            return length</a:t>
            </a:r>
          </a:p>
          <a:p>
            <a:r>
              <a:rPr lang="en-GB" sz="1600" dirty="0">
                <a:latin typeface="Courier" pitchFamily="2" charset="0"/>
              </a:rPr>
              <a:t>        if (</a:t>
            </a:r>
            <a:r>
              <a:rPr lang="en-GB" sz="1600" dirty="0" err="1">
                <a:latin typeface="Courier" pitchFamily="2" charset="0"/>
              </a:rPr>
              <a:t>node.value</a:t>
            </a:r>
            <a:r>
              <a:rPr lang="en-GB" sz="1600" dirty="0">
                <a:latin typeface="Courier" pitchFamily="2" charset="0"/>
              </a:rPr>
              <a:t> != None):</a:t>
            </a:r>
          </a:p>
          <a:p>
            <a:r>
              <a:rPr lang="en-GB" sz="1600" dirty="0">
                <a:latin typeface="Courier" pitchFamily="2" charset="0"/>
              </a:rPr>
              <a:t>            length = d</a:t>
            </a:r>
          </a:p>
          <a:p>
            <a:r>
              <a:rPr lang="en-GB" sz="1600" dirty="0">
                <a:latin typeface="Courier" pitchFamily="2" charset="0"/>
              </a:rPr>
              <a:t>        if (d == </a:t>
            </a:r>
            <a:r>
              <a:rPr lang="en-GB" sz="1600" dirty="0" err="1">
                <a:latin typeface="Courier" pitchFamily="2" charset="0"/>
              </a:rPr>
              <a:t>len</a:t>
            </a:r>
            <a:r>
              <a:rPr lang="en-GB" sz="1600" dirty="0">
                <a:latin typeface="Courier" pitchFamily="2" charset="0"/>
              </a:rPr>
              <a:t>(query))</a:t>
            </a:r>
          </a:p>
          <a:p>
            <a:r>
              <a:rPr lang="en-GB" sz="1600" dirty="0">
                <a:latin typeface="Courier" pitchFamily="2" charset="0"/>
              </a:rPr>
              <a:t>            return length</a:t>
            </a:r>
          </a:p>
          <a:p>
            <a:r>
              <a:rPr lang="en-GB" sz="1600" dirty="0">
                <a:latin typeface="Courier" pitchFamily="2" charset="0"/>
              </a:rPr>
              <a:t>        c = query[d]</a:t>
            </a:r>
          </a:p>
          <a:p>
            <a:r>
              <a:rPr lang="en-GB" sz="1600" dirty="0">
                <a:latin typeface="Courier" pitchFamily="2" charset="0"/>
              </a:rPr>
              <a:t>        return __search(</a:t>
            </a:r>
            <a:r>
              <a:rPr lang="en-GB" sz="1600" dirty="0" err="1">
                <a:latin typeface="Courier" pitchFamily="2" charset="0"/>
              </a:rPr>
              <a:t>node.children</a:t>
            </a:r>
            <a:r>
              <a:rPr lang="en-GB" sz="1600" dirty="0">
                <a:latin typeface="Courier" pitchFamily="2" charset="0"/>
              </a:rPr>
              <a:t>[c], query, d+1, length)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…</a:t>
            </a:r>
          </a:p>
        </p:txBody>
      </p:sp>
      <p:grpSp>
        <p:nvGrpSpPr>
          <p:cNvPr id="153" name="Group 152" descr="goal of private search method: to find lenght of longets prefix (not prefix itself)">
            <a:extLst>
              <a:ext uri="{FF2B5EF4-FFF2-40B4-BE49-F238E27FC236}">
                <a16:creationId xmlns:a16="http://schemas.microsoft.com/office/drawing/2014/main" id="{A76F5E75-C294-3842-A391-205C9299CEE7}"/>
              </a:ext>
            </a:extLst>
          </p:cNvPr>
          <p:cNvGrpSpPr/>
          <p:nvPr/>
        </p:nvGrpSpPr>
        <p:grpSpPr>
          <a:xfrm>
            <a:off x="1493740" y="1885330"/>
            <a:ext cx="9475351" cy="1307575"/>
            <a:chOff x="4221949" y="2155153"/>
            <a:chExt cx="9475351" cy="130757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54A8C94-7166-434B-A483-11FFCC3DDD72}"/>
                </a:ext>
              </a:extLst>
            </p:cNvPr>
            <p:cNvSpPr txBox="1"/>
            <p:nvPr/>
          </p:nvSpPr>
          <p:spPr>
            <a:xfrm>
              <a:off x="10511813" y="2155153"/>
              <a:ext cx="31854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Goal: find length of longest prefix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6DD2530-75BC-0747-8A32-22363DF1FB6D}"/>
                </a:ext>
              </a:extLst>
            </p:cNvPr>
            <p:cNvSpPr/>
            <p:nvPr/>
          </p:nvSpPr>
          <p:spPr>
            <a:xfrm>
              <a:off x="4221949" y="3177915"/>
              <a:ext cx="904687" cy="284813"/>
            </a:xfrm>
            <a:prstGeom prst="ellipse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7FFAECA8-28B3-FE40-A101-B2DA3B93997F}"/>
                </a:ext>
              </a:extLst>
            </p:cNvPr>
            <p:cNvCxnSpPr>
              <a:cxnSpLocks/>
              <a:stCxn id="4" idx="1"/>
              <a:endCxn id="53" idx="7"/>
            </p:cNvCxnSpPr>
            <p:nvPr/>
          </p:nvCxnSpPr>
          <p:spPr>
            <a:xfrm flipH="1">
              <a:off x="4994148" y="2324430"/>
              <a:ext cx="5517665" cy="895195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26094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4B2B-42A6-AB40-9BC4-CB4BFBF6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C683-7CB8-FA4F-BFE8-E3A25C25F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R-way Tries</a:t>
            </a:r>
          </a:p>
          <a:p>
            <a:r>
              <a:rPr lang="en-US" dirty="0"/>
              <a:t>3-way Tries</a:t>
            </a:r>
          </a:p>
          <a:p>
            <a:r>
              <a:rPr lang="en-US" dirty="0"/>
              <a:t>Extended API</a:t>
            </a:r>
          </a:p>
        </p:txBody>
      </p:sp>
    </p:spTree>
    <p:extLst>
      <p:ext uri="{BB962C8B-B14F-4D97-AF65-F5344CB8AC3E}">
        <p14:creationId xmlns:p14="http://schemas.microsoft.com/office/powerpoint/2010/main" val="1481221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3222</TotalTime>
  <Words>5439</Words>
  <Application>Microsoft Macintosh PowerPoint</Application>
  <PresentationFormat>Widescreen</PresentationFormat>
  <Paragraphs>2231</Paragraphs>
  <Slides>82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82</vt:i4>
      </vt:variant>
    </vt:vector>
  </HeadingPairs>
  <TitlesOfParts>
    <vt:vector size="89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5.2 String Search</vt:lpstr>
      <vt:lpstr>Search data structures recap </vt:lpstr>
      <vt:lpstr>Search data structures recap </vt:lpstr>
      <vt:lpstr>content</vt:lpstr>
      <vt:lpstr>R-way tries</vt:lpstr>
      <vt:lpstr>R-way tries</vt:lpstr>
      <vt:lpstr>R-way tries</vt:lpstr>
      <vt:lpstr>R-way tries</vt:lpstr>
      <vt:lpstr>R-way tries</vt:lpstr>
      <vt:lpstr>R-way tries</vt:lpstr>
      <vt:lpstr>R-way tries</vt:lpstr>
      <vt:lpstr>R-way tries</vt:lpstr>
      <vt:lpstr>R-way tries</vt:lpstr>
      <vt:lpstr>R-way tries</vt:lpstr>
      <vt:lpstr>R-way tries</vt:lpstr>
      <vt:lpstr>R-way tries</vt:lpstr>
      <vt:lpstr>R-way tries</vt:lpstr>
      <vt:lpstr>R-way tries</vt:lpstr>
      <vt:lpstr>R-way tries</vt:lpstr>
      <vt:lpstr>content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3-way tries</vt:lpstr>
      <vt:lpstr>content</vt:lpstr>
      <vt:lpstr>Tries – extended api</vt:lpstr>
      <vt:lpstr>Tries – extended api</vt:lpstr>
      <vt:lpstr>Tries –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Tries extended api</vt:lpstr>
      <vt:lpstr>Content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83</cp:revision>
  <dcterms:created xsi:type="dcterms:W3CDTF">2020-06-23T14:37:29Z</dcterms:created>
  <dcterms:modified xsi:type="dcterms:W3CDTF">2020-11-20T10:24:50Z</dcterms:modified>
</cp:coreProperties>
</file>